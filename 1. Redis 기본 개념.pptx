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6E9600A6-83F0-4E36-BDB0-5AF53740AEAE}">
          <p14:sldIdLst>
            <p14:sldId id="256"/>
          </p14:sldIdLst>
        </p14:section>
        <p14:section name="Redis 정의" id="{6F04536A-EF2E-4195-9D12-D53417B1B7F4}">
          <p14:sldIdLst>
            <p14:sldId id="257"/>
          </p14:sldIdLst>
        </p14:section>
        <p14:section name="주요 사례" id="{30978AE7-D2C2-4BAC-BD91-E017214BB2D5}">
          <p14:sldIdLst>
            <p14:sldId id="258"/>
          </p14:sldIdLst>
        </p14:section>
        <p14:section name="docker Redis 생성 및 실행" id="{D70DD66B-12DC-4395-A290-E91FDB2C0D19}">
          <p14:sldIdLst>
            <p14:sldId id="259"/>
            <p14:sldId id="260"/>
          </p14:sldIdLst>
        </p14:section>
        <p14:section name="수업에서 사용하는 기본 명령어 7가지" id="{E3242465-2C10-4CA9-A3F6-6B4F46695813}">
          <p14:sldIdLst>
            <p14:sldId id="261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35C4-B8FF-4436-B7F7-715E4D12049B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CF08D-C13A-411C-BD30-14762F42CE2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224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35C4-B8FF-4436-B7F7-715E4D12049B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CF08D-C13A-411C-BD30-14762F42C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754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35C4-B8FF-4436-B7F7-715E4D12049B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CF08D-C13A-411C-BD30-14762F42CE2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838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35C4-B8FF-4436-B7F7-715E4D12049B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CF08D-C13A-411C-BD30-14762F42C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701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35C4-B8FF-4436-B7F7-715E4D12049B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CF08D-C13A-411C-BD30-14762F42C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246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35C4-B8FF-4436-B7F7-715E4D12049B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CF08D-C13A-411C-BD30-14762F42C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968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35C4-B8FF-4436-B7F7-715E4D12049B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CF08D-C13A-411C-BD30-14762F42C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653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41A35C4-B8FF-4436-B7F7-715E4D12049B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ACF08D-C13A-411C-BD30-14762F42C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052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35C4-B8FF-4436-B7F7-715E4D12049B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CF08D-C13A-411C-BD30-14762F42C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016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35C4-B8FF-4436-B7F7-715E4D12049B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CF08D-C13A-411C-BD30-14762F42C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609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35C4-B8FF-4436-B7F7-715E4D12049B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CF08D-C13A-411C-BD30-14762F42CE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495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41A35C4-B8FF-4436-B7F7-715E4D12049B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ACF08D-C13A-411C-BD30-14762F42CE2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084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3C6384-56F6-BC4C-E868-6AF02EFCDB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Redis </a:t>
            </a:r>
            <a:r>
              <a:rPr lang="ko-KR" altLang="en-US"/>
              <a:t>기본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5FD2B5-324A-4E92-43CA-C26AA8939E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89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1680E4-48F5-7ED1-CB8B-3C57E7F7B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Redis </a:t>
            </a:r>
            <a:r>
              <a:rPr lang="ko-KR" altLang="en-US"/>
              <a:t>정의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DB35E2-3463-A200-ABD1-CB79049707D7}"/>
              </a:ext>
            </a:extLst>
          </p:cNvPr>
          <p:cNvSpPr txBox="1"/>
          <p:nvPr/>
        </p:nvSpPr>
        <p:spPr>
          <a:xfrm>
            <a:off x="1163782" y="1838036"/>
            <a:ext cx="102246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/>
              <a:t>Redis </a:t>
            </a:r>
            <a:r>
              <a:rPr lang="ko-KR" altLang="en-US" sz="2400" b="1"/>
              <a:t>는 데이터 처리속도가 엉청 빠른 </a:t>
            </a:r>
            <a:r>
              <a:rPr lang="en-US" altLang="ko-KR" sz="2400" b="1"/>
              <a:t>Nosql</a:t>
            </a:r>
            <a:r>
              <a:rPr lang="ko-KR" altLang="en-US" sz="2400" b="1"/>
              <a:t>데이터 베이스이다</a:t>
            </a:r>
            <a:r>
              <a:rPr lang="en-US" altLang="ko-KR" sz="2400" b="1"/>
              <a:t>.</a:t>
            </a:r>
            <a:endParaRPr lang="en-US" altLang="ko-KR" b="1"/>
          </a:p>
          <a:p>
            <a:pPr marL="285750" indent="-285750">
              <a:buFontTx/>
              <a:buChar char="-"/>
            </a:pPr>
            <a:r>
              <a:rPr lang="ko-KR" altLang="en-US"/>
              <a:t>메모리에 데이터를 저장하여</a:t>
            </a:r>
            <a:r>
              <a:rPr lang="en-US" altLang="ko-KR"/>
              <a:t>, </a:t>
            </a:r>
            <a:r>
              <a:rPr lang="ko-KR" altLang="en-US"/>
              <a:t>데이터 처리성능이 엉청 빠르다</a:t>
            </a:r>
            <a:r>
              <a:rPr lang="en-US" altLang="ko-KR"/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RDBS</a:t>
            </a:r>
            <a:r>
              <a:rPr lang="ko-KR" altLang="en-US"/>
              <a:t>는 데이터를 디스크에 저장한다</a:t>
            </a:r>
            <a:r>
              <a:rPr lang="en-US" altLang="ko-KR"/>
              <a:t>. [ </a:t>
            </a:r>
            <a:r>
              <a:rPr lang="ko-KR" altLang="en-US"/>
              <a:t>데이터 저장 및 읽기 속도가 느림 </a:t>
            </a:r>
            <a:r>
              <a:rPr lang="en-US" altLang="ko-KR"/>
              <a:t>]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80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97916-B5DF-BC3D-A916-87F1BE86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Redis </a:t>
            </a:r>
            <a:r>
              <a:rPr lang="ko-KR" altLang="en-US"/>
              <a:t>주요 사용 사례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E043383-796F-D912-96DA-4EC12F430DAA}"/>
              </a:ext>
            </a:extLst>
          </p:cNvPr>
          <p:cNvGrpSpPr/>
          <p:nvPr/>
        </p:nvGrpSpPr>
        <p:grpSpPr>
          <a:xfrm>
            <a:off x="866371" y="1976582"/>
            <a:ext cx="9373908" cy="4131504"/>
            <a:chOff x="866371" y="1976582"/>
            <a:chExt cx="9373908" cy="413150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CF59307-746F-75FD-3F4F-5E305FF55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7718"/>
            <a:stretch>
              <a:fillRect/>
            </a:stretch>
          </p:blipFill>
          <p:spPr>
            <a:xfrm>
              <a:off x="866371" y="1976582"/>
              <a:ext cx="5667342" cy="24249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AF9F6E0-D779-EF38-164B-FC6CE5334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6371" y="4555294"/>
              <a:ext cx="9373908" cy="155279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B160B8F-EDBD-3912-FE55-DBCBCA87F0F1}"/>
                </a:ext>
              </a:extLst>
            </p:cNvPr>
            <p:cNvSpPr/>
            <p:nvPr/>
          </p:nvSpPr>
          <p:spPr>
            <a:xfrm>
              <a:off x="2253673" y="4913745"/>
              <a:ext cx="6687127" cy="28632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73180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2F29F-81B3-D061-E9A1-28BE04343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Redis </a:t>
            </a:r>
            <a:r>
              <a:rPr lang="ko-KR" altLang="en-US"/>
              <a:t>설치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54AFB0-4802-DA0D-3316-84FC8BDF56DD}"/>
              </a:ext>
            </a:extLst>
          </p:cNvPr>
          <p:cNvSpPr txBox="1"/>
          <p:nvPr/>
        </p:nvSpPr>
        <p:spPr>
          <a:xfrm>
            <a:off x="1071418" y="1902691"/>
            <a:ext cx="1016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비밀번호 없이</a:t>
            </a:r>
            <a:r>
              <a:rPr lang="en-US" altLang="ko-KR"/>
              <a:t> </a:t>
            </a:r>
            <a:r>
              <a:rPr lang="ko-KR" altLang="en-US"/>
              <a:t>컨테이너 생성</a:t>
            </a:r>
            <a:r>
              <a:rPr lang="en-US" altLang="ko-KR"/>
              <a:t>.</a:t>
            </a:r>
          </a:p>
          <a:p>
            <a:r>
              <a:rPr lang="en-US" altLang="ko-KR"/>
              <a:t>docker run -d --name redis-1 -p 6379:6379 redis:latest</a:t>
            </a:r>
          </a:p>
          <a:p>
            <a:r>
              <a:rPr lang="ko-KR" altLang="en-US"/>
              <a:t>비밀번호 추가 컨테이너 생성</a:t>
            </a:r>
            <a:r>
              <a:rPr lang="en-US" altLang="ko-KR"/>
              <a:t>.</a:t>
            </a:r>
          </a:p>
          <a:p>
            <a:r>
              <a:rPr lang="en-US" altLang="ko-KR"/>
              <a:t>docker run -d --name redis-1 -p 6379:6379 redis:latest redis-server --requirepass "</a:t>
            </a:r>
            <a:r>
              <a:rPr lang="ko-KR" altLang="en-US"/>
              <a:t>비밀번호</a:t>
            </a:r>
            <a:r>
              <a:rPr lang="en-US" altLang="ko-KR"/>
              <a:t>"</a:t>
            </a:r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948CBE3-E431-E6FC-786A-807A5B6E8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36" y="3173290"/>
            <a:ext cx="5963482" cy="60015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C5AB3F2-E33C-DE81-10FF-3A89BC395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6" y="3972619"/>
            <a:ext cx="12050807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841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750CB-F79D-75C2-FEE7-E4E9398A8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Redis </a:t>
            </a:r>
            <a:r>
              <a:rPr lang="ko-KR" altLang="en-US"/>
              <a:t>터미널 접속 및 레디스 실행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7CD381-0958-ED47-A0A9-095906D08B84}"/>
              </a:ext>
            </a:extLst>
          </p:cNvPr>
          <p:cNvSpPr txBox="1"/>
          <p:nvPr/>
        </p:nvSpPr>
        <p:spPr>
          <a:xfrm>
            <a:off x="1097280" y="181500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터미널 접속 </a:t>
            </a:r>
            <a:r>
              <a:rPr lang="en-US" altLang="ko-KR"/>
              <a:t>: </a:t>
            </a:r>
            <a:r>
              <a:rPr lang="ko-KR" altLang="en-US"/>
              <a:t>docker exec -it redis-1 /bin/bash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터미널 실행 </a:t>
            </a:r>
            <a:r>
              <a:rPr lang="en-US" altLang="ko-KR"/>
              <a:t>: redis-cli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070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53DD2A-F637-9384-ED03-97701E324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캐싱에서 사용할 자료 조작 기본명령어 </a:t>
            </a:r>
            <a:r>
              <a:rPr lang="en-US" altLang="ko-KR" sz="3600"/>
              <a:t>7</a:t>
            </a:r>
            <a:r>
              <a:rPr lang="ko-KR" altLang="en-US" sz="3600"/>
              <a:t>가지</a:t>
            </a:r>
            <a:r>
              <a:rPr lang="en-US" altLang="ko-KR" sz="3600"/>
              <a:t>.</a:t>
            </a:r>
            <a:br>
              <a:rPr lang="en-US" altLang="ko-KR" sz="3600"/>
            </a:br>
            <a:r>
              <a:rPr lang="en-US" altLang="ko-KR" sz="3600"/>
              <a:t>(String </a:t>
            </a:r>
            <a:r>
              <a:rPr lang="ko-KR" altLang="en-US" sz="3600"/>
              <a:t>자료 구조</a:t>
            </a:r>
            <a:r>
              <a:rPr lang="en-US" altLang="ko-KR" sz="3600"/>
              <a:t>)</a:t>
            </a:r>
            <a:endParaRPr lang="ko-KR" altLang="en-US" sz="3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3F19BD-DD85-0C26-0696-3F978956A48C}"/>
              </a:ext>
            </a:extLst>
          </p:cNvPr>
          <p:cNvSpPr txBox="1"/>
          <p:nvPr/>
        </p:nvSpPr>
        <p:spPr>
          <a:xfrm>
            <a:off x="1246909" y="1958109"/>
            <a:ext cx="10058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/>
              <a:t>키</a:t>
            </a:r>
            <a:r>
              <a:rPr lang="en-US" altLang="ko-KR" sz="1400"/>
              <a:t>-</a:t>
            </a:r>
            <a:r>
              <a:rPr lang="ko-KR" altLang="en-US" sz="1400"/>
              <a:t>값 저장</a:t>
            </a:r>
            <a:br>
              <a:rPr lang="en-US" altLang="ko-KR" sz="1400"/>
            </a:br>
            <a:r>
              <a:rPr lang="en-US" altLang="ko-KR" sz="1400"/>
              <a:t>set hobin:name "hobin Kim" </a:t>
            </a:r>
            <a:r>
              <a:rPr lang="en-US" altLang="ko-KR" sz="1400">
                <a:sym typeface="Wingdings" panose="05000000000000000000" pitchFamily="2" charset="2"/>
              </a:rPr>
              <a:t> ( key = hobin:name / value "hobin Kim")</a:t>
            </a:r>
            <a:br>
              <a:rPr lang="en-US" altLang="ko-KR" sz="1400"/>
            </a:br>
            <a:r>
              <a:rPr lang="en-US" altLang="ko-KR" sz="1400"/>
              <a:t>set hobin:hobby game </a:t>
            </a:r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ko-KR" altLang="en-US" sz="1400">
                <a:sym typeface="Wingdings" panose="05000000000000000000" pitchFamily="2" charset="2"/>
              </a:rPr>
              <a:t>공백 문자가 없다면 </a:t>
            </a:r>
            <a:r>
              <a:rPr lang="en-US" altLang="ko-KR" sz="1400">
                <a:sym typeface="Wingdings" panose="05000000000000000000" pitchFamily="2" charset="2"/>
              </a:rPr>
              <a:t>"" (</a:t>
            </a:r>
            <a:r>
              <a:rPr lang="ko-KR" altLang="en-US" sz="1400">
                <a:sym typeface="Wingdings" panose="05000000000000000000" pitchFamily="2" charset="2"/>
              </a:rPr>
              <a:t>쌍따옴표를 쓸 필요 없음</a:t>
            </a:r>
            <a:r>
              <a:rPr lang="en-US" altLang="ko-KR" sz="1400">
                <a:sym typeface="Wingdings" panose="05000000000000000000" pitchFamily="2" charset="2"/>
              </a:rPr>
              <a:t>)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데이터 조회하기</a:t>
            </a:r>
            <a:br>
              <a:rPr lang="en-US" altLang="ko-KR" sz="1400"/>
            </a:br>
            <a:r>
              <a:rPr lang="en-US" altLang="ko-KR" sz="1400"/>
              <a:t>get hobin:name</a:t>
            </a:r>
            <a:br>
              <a:rPr lang="en-US" altLang="ko-KR" sz="1400"/>
            </a:br>
            <a:r>
              <a:rPr lang="en-US" altLang="ko-KR" sz="1400"/>
              <a:t>get hobin:hobby</a:t>
            </a:r>
          </a:p>
          <a:p>
            <a:pPr marL="342900" indent="-342900">
              <a:buAutoNum type="arabicPeriod"/>
            </a:pPr>
            <a:r>
              <a:rPr lang="ko-KR" altLang="en-US" sz="1400"/>
              <a:t>모든 </a:t>
            </a:r>
            <a:r>
              <a:rPr lang="en-US" altLang="ko-KR" sz="1400"/>
              <a:t>key </a:t>
            </a:r>
            <a:r>
              <a:rPr lang="ko-KR" altLang="en-US" sz="1400"/>
              <a:t>값 확인하기</a:t>
            </a:r>
            <a:br>
              <a:rPr lang="en-US" altLang="ko-KR" sz="1400"/>
            </a:br>
            <a:r>
              <a:rPr lang="en-US" altLang="ko-KR" sz="1400"/>
              <a:t>keys *</a:t>
            </a:r>
          </a:p>
          <a:p>
            <a:pPr marL="342900" indent="-342900">
              <a:buAutoNum type="arabicPeriod"/>
            </a:pPr>
            <a:r>
              <a:rPr lang="ko-KR" altLang="en-US" sz="1400"/>
              <a:t>데이터 삭제하기</a:t>
            </a:r>
            <a:br>
              <a:rPr lang="en-US" altLang="ko-KR" sz="1400"/>
            </a:br>
            <a:r>
              <a:rPr lang="en-US" altLang="ko-KR" sz="1400"/>
              <a:t>del hobin:hobby</a:t>
            </a:r>
          </a:p>
          <a:p>
            <a:pPr marL="342900" indent="-342900">
              <a:buAutoNum type="arabicPeriod"/>
            </a:pPr>
            <a:r>
              <a:rPr lang="ko-KR" altLang="en-US" sz="1400"/>
              <a:t>만료시간 설정하기 </a:t>
            </a:r>
            <a:r>
              <a:rPr lang="en-US" altLang="ko-KR" sz="1400"/>
              <a:t>(ttl)</a:t>
            </a:r>
            <a:br>
              <a:rPr lang="en-US" altLang="ko-KR" sz="1400"/>
            </a:br>
            <a:r>
              <a:rPr lang="en-US" altLang="ko-KR" sz="1400"/>
              <a:t>set</a:t>
            </a:r>
            <a:r>
              <a:rPr lang="ko-KR" altLang="en-US" sz="1400"/>
              <a:t> </a:t>
            </a:r>
            <a:r>
              <a:rPr lang="en-US" altLang="ko-KR" sz="1400"/>
              <a:t>hobin:pet</a:t>
            </a:r>
            <a:r>
              <a:rPr lang="ko-KR" altLang="en-US" sz="1400"/>
              <a:t> </a:t>
            </a:r>
            <a:r>
              <a:rPr lang="en-US" altLang="ko-KR" sz="1400"/>
              <a:t>dog</a:t>
            </a:r>
            <a:r>
              <a:rPr lang="ko-KR" altLang="en-US" sz="1400"/>
              <a:t> </a:t>
            </a:r>
            <a:r>
              <a:rPr lang="en-US" altLang="ko-KR" sz="1400"/>
              <a:t>ex</a:t>
            </a:r>
            <a:r>
              <a:rPr lang="ko-KR" altLang="en-US" sz="1400"/>
              <a:t> </a:t>
            </a:r>
            <a:r>
              <a:rPr lang="en-US" altLang="ko-KR" sz="1400"/>
              <a:t>30 </a:t>
            </a:r>
            <a:r>
              <a:rPr lang="en-US" altLang="ko-KR" sz="1400">
                <a:sym typeface="Wingdings" panose="05000000000000000000" pitchFamily="2" charset="2"/>
              </a:rPr>
              <a:t> (30</a:t>
            </a:r>
            <a:r>
              <a:rPr lang="ko-KR" altLang="en-US" sz="1400">
                <a:sym typeface="Wingdings" panose="05000000000000000000" pitchFamily="2" charset="2"/>
              </a:rPr>
              <a:t>초 동안만 해당 키</a:t>
            </a:r>
            <a:r>
              <a:rPr lang="en-US" altLang="ko-KR" sz="1400">
                <a:sym typeface="Wingdings" panose="05000000000000000000" pitchFamily="2" charset="2"/>
              </a:rPr>
              <a:t>-</a:t>
            </a:r>
            <a:r>
              <a:rPr lang="ko-KR" altLang="en-US" sz="1400">
                <a:sym typeface="Wingdings" panose="05000000000000000000" pitchFamily="2" charset="2"/>
              </a:rPr>
              <a:t>값 유지</a:t>
            </a:r>
            <a:r>
              <a:rPr lang="en-US" altLang="ko-KR" sz="1400">
                <a:sym typeface="Wingdings" panose="05000000000000000000" pitchFamily="2" charset="2"/>
              </a:rPr>
              <a:t>)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만료시간 확인하기</a:t>
            </a:r>
            <a:br>
              <a:rPr lang="en-US" altLang="ko-KR" sz="1400"/>
            </a:br>
            <a:r>
              <a:rPr lang="en-US" altLang="ko-KR" sz="1400"/>
              <a:t>ttl</a:t>
            </a:r>
            <a:r>
              <a:rPr lang="ko-KR" altLang="en-US" sz="1400"/>
              <a:t> </a:t>
            </a:r>
            <a:r>
              <a:rPr lang="en-US" altLang="ko-KR" sz="1400"/>
              <a:t>hobin:pet </a:t>
            </a:r>
            <a:r>
              <a:rPr lang="en-US" altLang="ko-KR" sz="1400">
                <a:sym typeface="Wingdings" panose="05000000000000000000" pitchFamily="2" charset="2"/>
              </a:rPr>
              <a:t> ( </a:t>
            </a:r>
            <a:r>
              <a:rPr lang="ko-KR" altLang="en-US" sz="1400">
                <a:sym typeface="Wingdings" panose="05000000000000000000" pitchFamily="2" charset="2"/>
              </a:rPr>
              <a:t>키 확인 결과 </a:t>
            </a:r>
            <a:r>
              <a:rPr lang="en-US" altLang="ko-KR" sz="1400">
                <a:sym typeface="Wingdings" panose="05000000000000000000" pitchFamily="2" charset="2"/>
              </a:rPr>
              <a:t>[ -1 = ttl</a:t>
            </a:r>
            <a:r>
              <a:rPr lang="ko-KR" altLang="en-US" sz="1400">
                <a:sym typeface="Wingdings" panose="05000000000000000000" pitchFamily="2" charset="2"/>
              </a:rPr>
              <a:t>이 설정되지 않음 </a:t>
            </a:r>
            <a:r>
              <a:rPr lang="en-US" altLang="ko-KR" sz="1400">
                <a:sym typeface="Wingdings" panose="05000000000000000000" pitchFamily="2" charset="2"/>
              </a:rPr>
              <a:t>/ -2 = ttl </a:t>
            </a:r>
            <a:r>
              <a:rPr lang="ko-KR" altLang="en-US" sz="1400">
                <a:sym typeface="Wingdings" panose="05000000000000000000" pitchFamily="2" charset="2"/>
              </a:rPr>
              <a:t>시간 만료</a:t>
            </a:r>
            <a:r>
              <a:rPr lang="en-US" altLang="ko-KR" sz="1400">
                <a:sym typeface="Wingdings" panose="05000000000000000000" pitchFamily="2" charset="2"/>
              </a:rPr>
              <a:t>]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flushall</a:t>
            </a:r>
            <a:br>
              <a:rPr lang="en-US" altLang="ko-KR" sz="1400"/>
            </a:br>
            <a:r>
              <a:rPr lang="ko-KR" altLang="en-US" sz="1400"/>
              <a:t>모든 키 값 삭제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098419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AEF0C-1A4C-97F8-CA6F-B2C3B5480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Redis</a:t>
            </a:r>
            <a:r>
              <a:rPr lang="ko-KR" altLang="en-US" sz="4000"/>
              <a:t>에서 </a:t>
            </a:r>
            <a:r>
              <a:rPr lang="en-US" altLang="ko-KR" sz="4000"/>
              <a:t>key </a:t>
            </a:r>
            <a:r>
              <a:rPr lang="ko-KR" altLang="en-US" sz="4000"/>
              <a:t>네이밍 컨벤션 익히기</a:t>
            </a:r>
            <a:r>
              <a:rPr lang="en-US" altLang="ko-KR" sz="4000"/>
              <a:t>(</a:t>
            </a:r>
            <a:r>
              <a:rPr lang="ko-KR" altLang="en-US" sz="4000"/>
              <a:t>중요</a:t>
            </a:r>
            <a:r>
              <a:rPr lang="en-US" altLang="ko-KR" sz="4000"/>
              <a:t>)</a:t>
            </a:r>
            <a:endParaRPr lang="ko-KR" altLang="en-US" sz="400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15B71DC-F965-A3CE-A6A9-C01A829C0F3E}"/>
              </a:ext>
            </a:extLst>
          </p:cNvPr>
          <p:cNvGrpSpPr/>
          <p:nvPr/>
        </p:nvGrpSpPr>
        <p:grpSpPr>
          <a:xfrm>
            <a:off x="1097280" y="1967345"/>
            <a:ext cx="6041238" cy="4136264"/>
            <a:chOff x="1097280" y="1967345"/>
            <a:chExt cx="6041238" cy="4136264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9EB148AD-CFBA-80C2-790D-08E799396B8F}"/>
                </a:ext>
              </a:extLst>
            </p:cNvPr>
            <p:cNvGrpSpPr/>
            <p:nvPr/>
          </p:nvGrpSpPr>
          <p:grpSpPr>
            <a:xfrm>
              <a:off x="1097280" y="1967345"/>
              <a:ext cx="6041238" cy="4136264"/>
              <a:chOff x="1097280" y="1967345"/>
              <a:chExt cx="6041238" cy="4136264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A43F2484-7819-15F0-0754-45183B81CB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97280" y="1967345"/>
                <a:ext cx="6041238" cy="413626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C58BB854-665A-45B8-3096-A1A45BDB4EBB}"/>
                  </a:ext>
                </a:extLst>
              </p:cNvPr>
              <p:cNvSpPr/>
              <p:nvPr/>
            </p:nvSpPr>
            <p:spPr>
              <a:xfrm>
                <a:off x="2761673" y="2743200"/>
                <a:ext cx="1754909" cy="28632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CA63816-CDBD-8AD9-2173-BC8944A8D152}"/>
                </a:ext>
              </a:extLst>
            </p:cNvPr>
            <p:cNvSpPr/>
            <p:nvPr/>
          </p:nvSpPr>
          <p:spPr>
            <a:xfrm>
              <a:off x="1219200" y="3703782"/>
              <a:ext cx="5837382" cy="67425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1353214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76</TotalTime>
  <Words>257</Words>
  <Application>Microsoft Office PowerPoint</Application>
  <PresentationFormat>와이드스크린</PresentationFormat>
  <Paragraphs>24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Wingdings</vt:lpstr>
      <vt:lpstr>추억</vt:lpstr>
      <vt:lpstr>Redis 기본</vt:lpstr>
      <vt:lpstr>Redis 정의</vt:lpstr>
      <vt:lpstr>Redis 주요 사용 사례</vt:lpstr>
      <vt:lpstr>Redis 설치</vt:lpstr>
      <vt:lpstr>Redis 터미널 접속 및 레디스 실행</vt:lpstr>
      <vt:lpstr>캐싱에서 사용할 자료 조작 기본명령어 7가지. (String 자료 구조)</vt:lpstr>
      <vt:lpstr>Redis에서 key 네이밍 컨벤션 익히기(중요)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11</cp:revision>
  <dcterms:created xsi:type="dcterms:W3CDTF">2026-08-24T06:31:34Z</dcterms:created>
  <dcterms:modified xsi:type="dcterms:W3CDTF">2026-08-24T07:48:28Z</dcterms:modified>
</cp:coreProperties>
</file>