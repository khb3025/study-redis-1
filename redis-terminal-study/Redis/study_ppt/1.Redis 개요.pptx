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3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Redis</a:t>
            </a:r>
            <a:r>
              <a:rPr lang="en-US" altLang="ko-KR" dirty="0" smtClean="0"/>
              <a:t> </a:t>
            </a:r>
            <a:r>
              <a:rPr lang="ko-KR" altLang="en-US" dirty="0" smtClean="0"/>
              <a:t>개요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67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Redis</a:t>
            </a:r>
            <a:r>
              <a:rPr lang="ko-KR" altLang="en-US" dirty="0" smtClean="0"/>
              <a:t>의 개요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67751" y="1449238"/>
            <a:ext cx="8945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dirty="0" smtClean="0"/>
              <a:t>key – value </a:t>
            </a:r>
            <a:r>
              <a:rPr lang="ko-KR" altLang="en-US" sz="1200" dirty="0" smtClean="0"/>
              <a:t>형태로 데이터 저장하며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데이터를 메모리에 저장하여 빠른 읽기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쓰기를 지원</a:t>
            </a:r>
            <a:endParaRPr lang="en-US" altLang="ko-KR" sz="1200" dirty="0" smtClean="0"/>
          </a:p>
          <a:p>
            <a:pPr marL="228600" indent="-228600">
              <a:buAutoNum type="arabicPeriod"/>
            </a:pPr>
            <a:r>
              <a:rPr lang="ko-KR" altLang="en-US" sz="1200" dirty="0" smtClean="0"/>
              <a:t>주로  </a:t>
            </a:r>
            <a:r>
              <a:rPr lang="ko-KR" altLang="en-US" sz="1200" dirty="0" err="1" smtClean="0"/>
              <a:t>캐싱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인증 관리</a:t>
            </a:r>
            <a:r>
              <a:rPr lang="en-US" altLang="ko-KR" sz="1200" dirty="0" smtClean="0"/>
              <a:t>, DB </a:t>
            </a:r>
            <a:r>
              <a:rPr lang="ko-KR" altLang="en-US" sz="1200" dirty="0" smtClean="0"/>
              <a:t>동시성 제어 등에 목적으로 사용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grpSp>
        <p:nvGrpSpPr>
          <p:cNvPr id="14" name="그룹 13"/>
          <p:cNvGrpSpPr/>
          <p:nvPr/>
        </p:nvGrpSpPr>
        <p:grpSpPr>
          <a:xfrm>
            <a:off x="819510" y="2059469"/>
            <a:ext cx="2044460" cy="1727527"/>
            <a:chOff x="819510" y="2059469"/>
            <a:chExt cx="2044460" cy="1727527"/>
          </a:xfrm>
        </p:grpSpPr>
        <p:sp>
          <p:nvSpPr>
            <p:cNvPr id="4" name="직사각형 3"/>
            <p:cNvSpPr/>
            <p:nvPr/>
          </p:nvSpPr>
          <p:spPr>
            <a:xfrm>
              <a:off x="1216325" y="2674189"/>
              <a:ext cx="1250830" cy="111280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이등변 삼각형 4"/>
            <p:cNvSpPr/>
            <p:nvPr/>
          </p:nvSpPr>
          <p:spPr>
            <a:xfrm>
              <a:off x="819510" y="2059469"/>
              <a:ext cx="2044460" cy="595223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" name="직선 화살표 연결선 6"/>
          <p:cNvCxnSpPr/>
          <p:nvPr/>
        </p:nvCxnSpPr>
        <p:spPr>
          <a:xfrm>
            <a:off x="3358371" y="2654692"/>
            <a:ext cx="2088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29846" y="2218580"/>
            <a:ext cx="14231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로그인</a:t>
            </a:r>
            <a:r>
              <a:rPr lang="en-US" altLang="ko-KR" sz="1200" dirty="0"/>
              <a:t> </a:t>
            </a:r>
            <a:r>
              <a:rPr lang="ko-KR" altLang="en-US" sz="1200" dirty="0" smtClean="0"/>
              <a:t>정보 전달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5686425" y="2368221"/>
            <a:ext cx="2743200" cy="1267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웹 </a:t>
            </a:r>
            <a:r>
              <a:rPr lang="en-US" altLang="ko-KR" dirty="0" smtClean="0"/>
              <a:t>Server</a:t>
            </a:r>
            <a:endParaRPr lang="ko-KR" altLang="en-US" dirty="0"/>
          </a:p>
        </p:txBody>
      </p:sp>
      <p:cxnSp>
        <p:nvCxnSpPr>
          <p:cNvPr id="10" name="직선 화살표 연결선 9"/>
          <p:cNvCxnSpPr/>
          <p:nvPr/>
        </p:nvCxnSpPr>
        <p:spPr>
          <a:xfrm flipH="1">
            <a:off x="3358372" y="2963906"/>
            <a:ext cx="208799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29846" y="3127321"/>
            <a:ext cx="1510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로그인 승인 및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ko-KR" altLang="en-US" sz="1100" dirty="0" smtClean="0"/>
              <a:t>인증 키 값 전달</a:t>
            </a:r>
            <a:endParaRPr lang="ko-KR" altLang="en-US" sz="11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806774" y="4469294"/>
            <a:ext cx="2044460" cy="1727527"/>
            <a:chOff x="819510" y="2059469"/>
            <a:chExt cx="2044460" cy="1727527"/>
          </a:xfrm>
        </p:grpSpPr>
        <p:sp>
          <p:nvSpPr>
            <p:cNvPr id="16" name="직사각형 15"/>
            <p:cNvSpPr/>
            <p:nvPr/>
          </p:nvSpPr>
          <p:spPr>
            <a:xfrm>
              <a:off x="1216325" y="2674189"/>
              <a:ext cx="1250830" cy="111280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이등변 삼각형 16"/>
            <p:cNvSpPr/>
            <p:nvPr/>
          </p:nvSpPr>
          <p:spPr>
            <a:xfrm>
              <a:off x="819510" y="2059469"/>
              <a:ext cx="2044460" cy="595223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8" name="직선 화살표 연결선 17"/>
          <p:cNvCxnSpPr/>
          <p:nvPr/>
        </p:nvCxnSpPr>
        <p:spPr>
          <a:xfrm>
            <a:off x="3358371" y="5084014"/>
            <a:ext cx="2088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29846" y="4663290"/>
            <a:ext cx="175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인증 키 값 전달</a:t>
            </a:r>
            <a:endParaRPr lang="ko-KR" altLang="en-US" sz="1100" dirty="0"/>
          </a:p>
        </p:txBody>
      </p:sp>
      <p:sp>
        <p:nvSpPr>
          <p:cNvPr id="20" name="직사각형 19"/>
          <p:cNvSpPr/>
          <p:nvPr/>
        </p:nvSpPr>
        <p:spPr>
          <a:xfrm>
            <a:off x="5686425" y="4753238"/>
            <a:ext cx="2743200" cy="1267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웹 </a:t>
            </a:r>
            <a:r>
              <a:rPr lang="en-US" altLang="ko-KR" dirty="0" smtClean="0"/>
              <a:t>Server</a:t>
            </a:r>
            <a:endParaRPr lang="ko-KR" altLang="en-US" dirty="0"/>
          </a:p>
        </p:txBody>
      </p:sp>
      <p:cxnSp>
        <p:nvCxnSpPr>
          <p:cNvPr id="21" name="직선 화살표 연결선 20"/>
          <p:cNvCxnSpPr/>
          <p:nvPr/>
        </p:nvCxnSpPr>
        <p:spPr>
          <a:xfrm flipH="1">
            <a:off x="3358370" y="5478492"/>
            <a:ext cx="20880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29846" y="5565992"/>
            <a:ext cx="175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로그인 승인</a:t>
            </a:r>
            <a:endParaRPr lang="ko-KR" altLang="en-US" sz="1100" dirty="0"/>
          </a:p>
        </p:txBody>
      </p:sp>
      <p:sp>
        <p:nvSpPr>
          <p:cNvPr id="26" name="TextBox 25"/>
          <p:cNvSpPr txBox="1"/>
          <p:nvPr/>
        </p:nvSpPr>
        <p:spPr>
          <a:xfrm>
            <a:off x="990600" y="3952875"/>
            <a:ext cx="3615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※ </a:t>
            </a:r>
            <a:r>
              <a:rPr lang="ko-KR" altLang="en-US" dirty="0" smtClean="0"/>
              <a:t>웹 사이트 첫 로그인 시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869650" y="6249849"/>
            <a:ext cx="3615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※ </a:t>
            </a:r>
            <a:r>
              <a:rPr lang="ko-KR" altLang="en-US" dirty="0" smtClean="0"/>
              <a:t>이후 사이트에 로그인 시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495730" y="3327375"/>
            <a:ext cx="1009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전달받은 인증키 저장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12945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7751" y="1449238"/>
            <a:ext cx="89455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dirty="0" smtClean="0"/>
              <a:t>key – value</a:t>
            </a:r>
            <a:r>
              <a:rPr lang="ko-KR" altLang="en-US" sz="1200" dirty="0" smtClean="0"/>
              <a:t>로 구성된 단순화된 데이터 구조로 </a:t>
            </a:r>
            <a:r>
              <a:rPr lang="en-US" altLang="ko-KR" sz="1200" dirty="0" err="1" smtClean="0"/>
              <a:t>sql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쿼리 사용이 불필요하다</a:t>
            </a:r>
            <a:r>
              <a:rPr lang="en-US" altLang="ko-KR" sz="1200" dirty="0" smtClean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200" dirty="0" smtClean="0"/>
              <a:t>빠른 성능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/>
              <a:t>- </a:t>
            </a:r>
            <a:r>
              <a:rPr lang="ko-KR" altLang="en-US" sz="1200" dirty="0" err="1" smtClean="0"/>
              <a:t>인메모리</a:t>
            </a:r>
            <a:r>
              <a:rPr lang="ko-KR" altLang="en-US" sz="1200" dirty="0" smtClean="0"/>
              <a:t> </a:t>
            </a:r>
            <a:r>
              <a:rPr lang="en-US" altLang="ko-KR" sz="1200" dirty="0" err="1" smtClean="0"/>
              <a:t>NoSQL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데이터베이스로 빠른 성능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/>
              <a:t>- </a:t>
            </a:r>
            <a:r>
              <a:rPr lang="en-US" altLang="ko-KR" sz="1200" dirty="0" err="1" smtClean="0"/>
              <a:t>rdb</a:t>
            </a:r>
            <a:r>
              <a:rPr lang="ko-KR" altLang="en-US" sz="1200" dirty="0" smtClean="0"/>
              <a:t>는 기본적으로 </a:t>
            </a:r>
            <a:r>
              <a:rPr lang="en-US" altLang="ko-KR" sz="1200" dirty="0" smtClean="0"/>
              <a:t>disk</a:t>
            </a:r>
            <a:r>
              <a:rPr lang="ko-KR" altLang="en-US" sz="1200" dirty="0" smtClean="0"/>
              <a:t>에 저장 </a:t>
            </a:r>
            <a:r>
              <a:rPr lang="ko-KR" altLang="en-US" sz="1200" dirty="0" err="1" smtClean="0"/>
              <a:t>필요시에</a:t>
            </a:r>
            <a:r>
              <a:rPr lang="ko-KR" altLang="en-US" sz="1200" dirty="0" smtClean="0"/>
              <a:t> 메모리에 </a:t>
            </a:r>
            <a:r>
              <a:rPr lang="ko-KR" altLang="en-US" sz="1200" dirty="0" err="1" smtClean="0"/>
              <a:t>캐싱</a:t>
            </a:r>
            <a:r>
              <a:rPr lang="en-US" altLang="ko-KR" sz="1200" dirty="0" smtClean="0"/>
              <a:t>.</a:t>
            </a:r>
            <a:br>
              <a:rPr lang="en-US" altLang="ko-KR" sz="1200" dirty="0" smtClean="0"/>
            </a:br>
            <a:r>
              <a:rPr lang="en-US" altLang="ko-KR" sz="1200" dirty="0" smtClean="0"/>
              <a:t>- </a:t>
            </a:r>
            <a:r>
              <a:rPr lang="en-US" altLang="ko-KR" sz="1200" dirty="0" err="1" smtClean="0"/>
              <a:t>NoSql</a:t>
            </a:r>
            <a:r>
              <a:rPr lang="en-US" altLang="ko-KR" sz="1200" dirty="0" smtClean="0"/>
              <a:t> DB</a:t>
            </a:r>
            <a:r>
              <a:rPr lang="ko-KR" altLang="en-US" sz="1200" dirty="0" smtClean="0"/>
              <a:t>는 기본적으로 메모리</a:t>
            </a:r>
            <a:r>
              <a:rPr lang="en-US" altLang="ko-KR" sz="1200" dirty="0" smtClean="0"/>
              <a:t>[ram]</a:t>
            </a:r>
            <a:r>
              <a:rPr lang="ko-KR" altLang="en-US" sz="1200" dirty="0" smtClean="0"/>
              <a:t>에 올라가 있음 </a:t>
            </a:r>
            <a:r>
              <a:rPr lang="en-US" altLang="ko-KR" sz="1200" dirty="0" smtClean="0"/>
              <a:t>(= </a:t>
            </a:r>
            <a:r>
              <a:rPr lang="ko-KR" altLang="en-US" sz="1200" dirty="0" smtClean="0"/>
              <a:t>빠름</a:t>
            </a:r>
            <a:r>
              <a:rPr lang="en-US" altLang="ko-KR" sz="1200" dirty="0" smtClean="0"/>
              <a:t>)</a:t>
            </a:r>
            <a:br>
              <a:rPr lang="en-US" altLang="ko-KR" sz="1200" dirty="0" smtClean="0"/>
            </a:br>
            <a:r>
              <a:rPr lang="en-US" altLang="ko-KR" sz="1200" dirty="0" smtClean="0"/>
              <a:t>- Ram </a:t>
            </a:r>
            <a:r>
              <a:rPr lang="ko-KR" altLang="en-US" sz="1200" dirty="0" smtClean="0"/>
              <a:t>메모리는 휘발성 메모리라 메모리 내 데이터가 날아갈 위험이 있다</a:t>
            </a:r>
            <a:r>
              <a:rPr lang="en-US" altLang="ko-KR" sz="1200" dirty="0" smtClean="0"/>
              <a:t>.</a:t>
            </a:r>
            <a:br>
              <a:rPr lang="en-US" altLang="ko-KR" sz="1200" dirty="0" smtClean="0"/>
            </a:br>
            <a:r>
              <a:rPr lang="en-US" altLang="ko-KR" sz="1200" dirty="0" smtClean="0"/>
              <a:t>  </a:t>
            </a: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ym typeface="Wingdings" panose="05000000000000000000" pitchFamily="2" charset="2"/>
              </a:rPr>
              <a:t>이를 보안하기 위해 </a:t>
            </a:r>
            <a:r>
              <a:rPr lang="en-US" altLang="ko-KR" sz="1200" dirty="0" err="1" smtClean="0">
                <a:sym typeface="Wingdings" panose="05000000000000000000" pitchFamily="2" charset="2"/>
              </a:rPr>
              <a:t>Redis</a:t>
            </a:r>
            <a:r>
              <a:rPr lang="ko-KR" altLang="en-US" sz="1200" dirty="0" smtClean="0">
                <a:sym typeface="Wingdings" panose="05000000000000000000" pitchFamily="2" charset="2"/>
              </a:rPr>
              <a:t>는 주기적인 스냅샷을 </a:t>
            </a:r>
            <a:r>
              <a:rPr lang="en-US" altLang="ko-KR" sz="1200" dirty="0" smtClean="0">
                <a:sym typeface="Wingdings" panose="05000000000000000000" pitchFamily="2" charset="2"/>
              </a:rPr>
              <a:t>disk</a:t>
            </a:r>
            <a:r>
              <a:rPr lang="ko-KR" altLang="en-US" sz="1200" dirty="0" smtClean="0">
                <a:sym typeface="Wingdings" panose="05000000000000000000" pitchFamily="2" charset="2"/>
              </a:rPr>
              <a:t>에 저장한다</a:t>
            </a:r>
            <a:r>
              <a:rPr lang="en-US" altLang="ko-KR" sz="1200" dirty="0" smtClean="0">
                <a:sym typeface="Wingdings" panose="05000000000000000000" pitchFamily="2" charset="2"/>
              </a:rPr>
              <a:t>.</a:t>
            </a:r>
            <a:br>
              <a:rPr lang="en-US" altLang="ko-KR" sz="1200" dirty="0" smtClean="0">
                <a:sym typeface="Wingdings" panose="05000000000000000000" pitchFamily="2" charset="2"/>
              </a:rPr>
            </a:br>
            <a:r>
              <a:rPr lang="en-US" altLang="ko-KR" sz="1200" dirty="0" smtClean="0">
                <a:sym typeface="Wingdings" panose="05000000000000000000" pitchFamily="2" charset="2"/>
              </a:rPr>
              <a:t>- </a:t>
            </a:r>
            <a:r>
              <a:rPr lang="ko-KR" altLang="en-US" sz="1200" dirty="0" smtClean="0">
                <a:sym typeface="Wingdings" panose="05000000000000000000" pitchFamily="2" charset="2"/>
              </a:rPr>
              <a:t>해시 테이블을 </a:t>
            </a:r>
            <a:r>
              <a:rPr lang="ko-KR" altLang="en-US" sz="1200" dirty="0" err="1" smtClean="0">
                <a:sym typeface="Wingdings" panose="05000000000000000000" pitchFamily="2" charset="2"/>
              </a:rPr>
              <a:t>사용함으로서</a:t>
            </a:r>
            <a:r>
              <a:rPr lang="ko-KR" altLang="en-US" sz="1200" dirty="0" smtClean="0">
                <a:sym typeface="Wingdings" panose="05000000000000000000" pitchFamily="2" charset="2"/>
              </a:rPr>
              <a:t> 매우 빠른 속도로 데이터 검색 가능</a:t>
            </a:r>
            <a:r>
              <a:rPr lang="en-US" altLang="ko-KR" sz="1200" dirty="0" smtClean="0">
                <a:sym typeface="Wingdings" panose="05000000000000000000" pitchFamily="2" charset="2"/>
              </a:rPr>
              <a:t>.</a:t>
            </a:r>
            <a:br>
              <a:rPr lang="en-US" altLang="ko-KR" sz="1200" dirty="0" smtClean="0">
                <a:sym typeface="Wingdings" panose="05000000000000000000" pitchFamily="2" charset="2"/>
              </a:rPr>
            </a:br>
            <a:r>
              <a:rPr lang="en-US" altLang="ko-KR" sz="1200" dirty="0" smtClean="0">
                <a:sym typeface="Wingdings" panose="05000000000000000000" pitchFamily="2" charset="2"/>
              </a:rPr>
              <a:t>- Single Thread </a:t>
            </a:r>
            <a:r>
              <a:rPr lang="ko-KR" altLang="en-US" sz="1200" dirty="0" smtClean="0">
                <a:sym typeface="Wingdings" panose="05000000000000000000" pitchFamily="2" charset="2"/>
              </a:rPr>
              <a:t>구조로 동시성 이슈 발생을 방지한다</a:t>
            </a:r>
            <a:r>
              <a:rPr lang="en-US" altLang="ko-KR" sz="1200" dirty="0" smtClean="0">
                <a:sym typeface="Wingdings" panose="05000000000000000000" pitchFamily="2" charset="2"/>
              </a:rPr>
              <a:t>.</a:t>
            </a:r>
            <a:br>
              <a:rPr lang="en-US" altLang="ko-KR" sz="1200" dirty="0" smtClean="0">
                <a:sym typeface="Wingdings" panose="05000000000000000000" pitchFamily="2" charset="2"/>
              </a:rPr>
            </a:br>
            <a:r>
              <a:rPr lang="en-US" altLang="ko-KR" sz="1200" dirty="0" smtClean="0">
                <a:sym typeface="Wingdings" panose="05000000000000000000" pitchFamily="2" charset="2"/>
              </a:rPr>
              <a:t>- </a:t>
            </a:r>
            <a:r>
              <a:rPr lang="ko-KR" altLang="en-US" sz="1200" dirty="0" smtClean="0">
                <a:sym typeface="Wingdings" panose="05000000000000000000" pitchFamily="2" charset="2"/>
              </a:rPr>
              <a:t>윈도우 서버에서는 지원하지 않음</a:t>
            </a:r>
            <a:r>
              <a:rPr lang="en-US" altLang="ko-KR" sz="1200" dirty="0" smtClean="0">
                <a:sym typeface="Wingdings" panose="05000000000000000000" pitchFamily="2" charset="2"/>
              </a:rPr>
              <a:t>, Linux</a:t>
            </a:r>
            <a:r>
              <a:rPr lang="ko-KR" altLang="en-US" sz="1200" dirty="0" smtClean="0">
                <a:sym typeface="Wingdings" panose="05000000000000000000" pitchFamily="2" charset="2"/>
              </a:rPr>
              <a:t>와 </a:t>
            </a:r>
            <a:r>
              <a:rPr lang="en-US" altLang="ko-KR" sz="1200" dirty="0" err="1" smtClean="0">
                <a:sym typeface="Wingdings" panose="05000000000000000000" pitchFamily="2" charset="2"/>
              </a:rPr>
              <a:t>macOS</a:t>
            </a:r>
            <a:r>
              <a:rPr lang="ko-KR" altLang="en-US" sz="1200" dirty="0" smtClean="0">
                <a:sym typeface="Wingdings" panose="05000000000000000000" pitchFamily="2" charset="2"/>
              </a:rPr>
              <a:t>등에서 사용 가능</a:t>
            </a:r>
            <a:r>
              <a:rPr lang="en-US" altLang="ko-KR" sz="1200" dirty="0" smtClean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200" dirty="0" smtClean="0">
                <a:sym typeface="Wingdings" panose="05000000000000000000" pitchFamily="2" charset="2"/>
              </a:rPr>
              <a:t>(※ Single Thread</a:t>
            </a:r>
            <a:r>
              <a:rPr lang="ko-KR" altLang="en-US" sz="1200" dirty="0" smtClean="0">
                <a:sym typeface="Wingdings" panose="05000000000000000000" pitchFamily="2" charset="2"/>
              </a:rPr>
              <a:t>이나 메모리와 해시 구조로 </a:t>
            </a:r>
            <a:r>
              <a:rPr lang="ko-KR" altLang="en-US" sz="1200" dirty="0" err="1" smtClean="0">
                <a:sym typeface="Wingdings" panose="05000000000000000000" pitchFamily="2" charset="2"/>
              </a:rPr>
              <a:t>되어있어</a:t>
            </a:r>
            <a:r>
              <a:rPr lang="ko-KR" altLang="en-US" sz="1200" dirty="0" smtClean="0">
                <a:sym typeface="Wingdings" panose="05000000000000000000" pitchFamily="2" charset="2"/>
              </a:rPr>
              <a:t> 속도가 매우 빠르다</a:t>
            </a:r>
            <a:r>
              <a:rPr lang="en-US" altLang="ko-KR" sz="1200" smtClean="0">
                <a:sym typeface="Wingdings" panose="05000000000000000000" pitchFamily="2" charset="2"/>
              </a:rPr>
              <a:t>.)</a:t>
            </a:r>
            <a:endParaRPr lang="en-US" altLang="ko-KR" sz="1200" dirty="0" smtClean="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US" altLang="ko-KR" sz="1200" dirty="0" smtClean="0"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endParaRPr lang="en-US" altLang="ko-KR" sz="1200" dirty="0" smtClean="0"/>
          </a:p>
          <a:p>
            <a:pPr marL="228600" indent="-228600">
              <a:buAutoNum type="arabicPeriod"/>
            </a:pPr>
            <a:endParaRPr lang="ko-KR" altLang="en-US" sz="1200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4375"/>
          </a:xfrm>
        </p:spPr>
        <p:txBody>
          <a:bodyPr/>
          <a:lstStyle/>
          <a:p>
            <a:r>
              <a:rPr lang="en-US" altLang="ko-KR" dirty="0" err="1" smtClean="0"/>
              <a:t>Redis</a:t>
            </a:r>
            <a:r>
              <a:rPr lang="ko-KR" altLang="en-US" dirty="0" smtClean="0"/>
              <a:t>의 특징 정리</a:t>
            </a:r>
            <a:r>
              <a:rPr lang="en-US" altLang="ko-KR" dirty="0" smtClean="0"/>
              <a:t>-1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7751" y="3600451"/>
            <a:ext cx="458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※ </a:t>
            </a:r>
            <a:r>
              <a:rPr lang="ko-KR" altLang="en-US" dirty="0" err="1" smtClean="0"/>
              <a:t>해시테이블이</a:t>
            </a:r>
            <a:r>
              <a:rPr lang="ko-KR" altLang="en-US" dirty="0" smtClean="0"/>
              <a:t> 성능을 향상 시키는 이유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7751" y="4152900"/>
            <a:ext cx="92144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 dirty="0" smtClean="0"/>
              <a:t>Hash</a:t>
            </a:r>
            <a:r>
              <a:rPr lang="ko-KR" altLang="en-US" sz="1200" dirty="0" smtClean="0"/>
              <a:t>코드란</a:t>
            </a:r>
            <a:r>
              <a:rPr lang="en-US" altLang="ko-KR" sz="1200" dirty="0" smtClean="0"/>
              <a:t>? : </a:t>
            </a:r>
            <a:r>
              <a:rPr lang="ko-KR" altLang="en-US" sz="1200" dirty="0" smtClean="0"/>
              <a:t>키 값에 대한 특정 알고리즘을 통해 생성된 암호화된 코드 값</a:t>
            </a:r>
            <a:r>
              <a:rPr lang="en-US" altLang="ko-KR" sz="1200" dirty="0" smtClean="0"/>
              <a:t>. ( </a:t>
            </a:r>
            <a:r>
              <a:rPr lang="ko-KR" altLang="en-US" sz="1200" dirty="0" smtClean="0"/>
              <a:t>암호화 키 값은 없음</a:t>
            </a:r>
            <a:r>
              <a:rPr lang="en-US" altLang="ko-KR" sz="1200" dirty="0" smtClean="0"/>
              <a:t>.)</a:t>
            </a:r>
            <a:br>
              <a:rPr lang="en-US" altLang="ko-KR" sz="1200" dirty="0" smtClean="0"/>
            </a:br>
            <a:r>
              <a:rPr lang="en-US" altLang="ko-KR" sz="1200" dirty="0" smtClean="0"/>
              <a:t>  </a:t>
            </a:r>
            <a:r>
              <a:rPr lang="ko-KR" altLang="en-US" sz="1200" dirty="0" smtClean="0"/>
              <a:t>같은 키에 같은 알고리즘이면 동일한 </a:t>
            </a:r>
            <a:r>
              <a:rPr lang="en-US" altLang="ko-KR" sz="1200" dirty="0" smtClean="0"/>
              <a:t>hash</a:t>
            </a:r>
            <a:r>
              <a:rPr lang="ko-KR" altLang="en-US" sz="1200" dirty="0" smtClean="0"/>
              <a:t>값을 가진다</a:t>
            </a:r>
            <a:r>
              <a:rPr lang="en-US" altLang="ko-KR" sz="1200" dirty="0" smtClean="0"/>
              <a:t>.</a:t>
            </a:r>
            <a:br>
              <a:rPr lang="en-US" altLang="ko-KR" sz="1200" dirty="0" smtClean="0"/>
            </a:br>
            <a:r>
              <a:rPr lang="en-US" altLang="ko-KR" sz="1200" dirty="0" smtClean="0"/>
              <a:t>  (</a:t>
            </a:r>
            <a:r>
              <a:rPr lang="ko-KR" altLang="en-US" sz="1200" dirty="0" smtClean="0"/>
              <a:t>크롬 브라우저에서 생성한 </a:t>
            </a:r>
            <a:r>
              <a:rPr lang="en-US" altLang="ko-KR" sz="1200" dirty="0" smtClean="0"/>
              <a:t>hash</a:t>
            </a:r>
            <a:r>
              <a:rPr lang="ko-KR" altLang="en-US" sz="1200" dirty="0" smtClean="0"/>
              <a:t>코드와 </a:t>
            </a:r>
            <a:r>
              <a:rPr lang="en-US" altLang="ko-KR" sz="1200" dirty="0" smtClean="0"/>
              <a:t>Microsoft edge </a:t>
            </a:r>
            <a:r>
              <a:rPr lang="ko-KR" altLang="en-US" sz="1200" dirty="0" smtClean="0"/>
              <a:t>브라우저에서 생성한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smtClean="0"/>
              <a:t>   Hash </a:t>
            </a:r>
            <a:r>
              <a:rPr lang="ko-KR" altLang="en-US" sz="1200" dirty="0" smtClean="0"/>
              <a:t>값이 동일하다</a:t>
            </a:r>
            <a:r>
              <a:rPr lang="en-US" altLang="ko-KR" sz="1200" dirty="0" smtClean="0"/>
              <a:t>.)</a:t>
            </a:r>
            <a:br>
              <a:rPr lang="en-US" altLang="ko-KR" sz="1200" dirty="0" smtClean="0"/>
            </a:br>
            <a:r>
              <a:rPr lang="en-US" altLang="ko-KR" sz="1200" dirty="0" smtClean="0"/>
              <a:t>  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 smtClean="0"/>
              <a:t>성능 향상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en-US" altLang="ko-KR" sz="1200" dirty="0" err="1" smtClean="0"/>
              <a:t>Redis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는 저장한 값을 순차적으로 </a:t>
            </a:r>
            <a:r>
              <a:rPr lang="ko-KR" altLang="en-US" sz="1200" dirty="0" err="1" smtClean="0"/>
              <a:t>스캔하지</a:t>
            </a:r>
            <a:r>
              <a:rPr lang="ko-KR" altLang="en-US" sz="1200" dirty="0" smtClean="0"/>
              <a:t> 않고 생성한 </a:t>
            </a:r>
            <a:r>
              <a:rPr lang="en-US" altLang="ko-KR" sz="1200" dirty="0" smtClean="0"/>
              <a:t>hash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ko-KR" altLang="en-US" sz="1200" dirty="0" smtClean="0"/>
              <a:t>메모리 주소로 사용한다</a:t>
            </a:r>
            <a:r>
              <a:rPr lang="en-US" altLang="ko-KR" sz="1200" dirty="0" smtClean="0"/>
              <a:t>. O(1)</a:t>
            </a:r>
            <a:r>
              <a:rPr lang="ko-KR" altLang="en-US" sz="1200" dirty="0" smtClean="0"/>
              <a:t>의 복잡도</a:t>
            </a:r>
            <a:endParaRPr lang="ko-KR" altLang="en-US" sz="12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124" y="1431141"/>
            <a:ext cx="5358565" cy="251108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106" y="4424679"/>
            <a:ext cx="4650719" cy="233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2518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</TotalTime>
  <Words>114</Words>
  <Application>Microsoft Office PowerPoint</Application>
  <PresentationFormat>와이드스크린</PresentationFormat>
  <Paragraphs>21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HY그래픽M</vt:lpstr>
      <vt:lpstr>맑은 고딕</vt:lpstr>
      <vt:lpstr>Arial</vt:lpstr>
      <vt:lpstr>Trebuchet MS</vt:lpstr>
      <vt:lpstr>Wingdings</vt:lpstr>
      <vt:lpstr>Wingdings 3</vt:lpstr>
      <vt:lpstr>패싯</vt:lpstr>
      <vt:lpstr>Redis 개요</vt:lpstr>
      <vt:lpstr>Redis의 개요</vt:lpstr>
      <vt:lpstr>Redis의 특징 정리-1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 개요</dc:title>
  <dc:creator>Microsoft 계정</dc:creator>
  <cp:lastModifiedBy>Microsoft 계정</cp:lastModifiedBy>
  <cp:revision>13</cp:revision>
  <dcterms:created xsi:type="dcterms:W3CDTF">2026-01-28T06:09:42Z</dcterms:created>
  <dcterms:modified xsi:type="dcterms:W3CDTF">2026-01-28T06:41:02Z</dcterms:modified>
</cp:coreProperties>
</file>