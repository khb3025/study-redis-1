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F16-27E9-478B-BC3D-B76D49B41F2A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4124-F415-4E2F-84EF-444A01E4422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84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F16-27E9-478B-BC3D-B76D49B41F2A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4124-F415-4E2F-84EF-444A01E44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823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F16-27E9-478B-BC3D-B76D49B41F2A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4124-F415-4E2F-84EF-444A01E4422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577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F16-27E9-478B-BC3D-B76D49B41F2A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4124-F415-4E2F-84EF-444A01E44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182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F16-27E9-478B-BC3D-B76D49B41F2A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4124-F415-4E2F-84EF-444A01E44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71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F16-27E9-478B-BC3D-B76D49B41F2A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4124-F415-4E2F-84EF-444A01E44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11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F16-27E9-478B-BC3D-B76D49B41F2A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4124-F415-4E2F-84EF-444A01E44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92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92C9F16-27E9-478B-BC3D-B76D49B41F2A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C04124-F415-4E2F-84EF-444A01E44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739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F16-27E9-478B-BC3D-B76D49B41F2A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4124-F415-4E2F-84EF-444A01E44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377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F16-27E9-478B-BC3D-B76D49B41F2A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4124-F415-4E2F-84EF-444A01E44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215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F16-27E9-478B-BC3D-B76D49B41F2A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4124-F415-4E2F-84EF-444A01E442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804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92C9F16-27E9-478B-BC3D-B76D49B41F2A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3C04124-F415-4E2F-84EF-444A01E4422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401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rafana.com/docs/k6/latest/set-up/install-k6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DC0033-7D5B-ECC5-52D4-951D64FC3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/>
              <a:t>부하테스트를 통한 성능 비교</a:t>
            </a:r>
            <a:r>
              <a:rPr lang="en-US" altLang="ko-KR" sz="5400"/>
              <a:t>	</a:t>
            </a:r>
            <a:endParaRPr lang="ko-KR" altLang="en-US" sz="54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FDE23D-6751-B3E3-73F6-209360D8AB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Redis </a:t>
            </a:r>
            <a:r>
              <a:rPr lang="ko-KR" altLang="en-US"/>
              <a:t>도입 </a:t>
            </a:r>
            <a:r>
              <a:rPr lang="en-US" altLang="ko-KR"/>
              <a:t>K6 </a:t>
            </a:r>
            <a:r>
              <a:rPr lang="ko-KR" altLang="en-US"/>
              <a:t>부하테스트 성능 비교</a:t>
            </a:r>
          </a:p>
        </p:txBody>
      </p:sp>
    </p:spTree>
    <p:extLst>
      <p:ext uri="{BB962C8B-B14F-4D97-AF65-F5344CB8AC3E}">
        <p14:creationId xmlns:p14="http://schemas.microsoft.com/office/powerpoint/2010/main" val="1715283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31787-C331-3AB6-713C-6EB0CFE00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K6 </a:t>
            </a:r>
            <a:r>
              <a:rPr lang="ko-KR" altLang="en-US"/>
              <a:t>부하테스트 툴 설치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6B31D-7DFF-6C7B-A5CA-C78C67B8C38C}"/>
              </a:ext>
            </a:extLst>
          </p:cNvPr>
          <p:cNvSpPr txBox="1"/>
          <p:nvPr/>
        </p:nvSpPr>
        <p:spPr>
          <a:xfrm>
            <a:off x="1097280" y="1737360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hlinkClick r:id="rId2"/>
              </a:rPr>
              <a:t>https://grafana.com/docs/k6/latest/set-up/install-k6/</a:t>
            </a:r>
            <a:endParaRPr lang="en-US" altLang="ko-KR" sz="1200"/>
          </a:p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5C3C4A-7001-E21D-6882-86FA39437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19" y="2291358"/>
            <a:ext cx="5582667" cy="37769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CA4886C-D422-4A3B-0693-025B69CBF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936" y="2291358"/>
            <a:ext cx="6011645" cy="240772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E09A12E-007C-CE17-BD29-3C6CE954800A}"/>
              </a:ext>
            </a:extLst>
          </p:cNvPr>
          <p:cNvSpPr/>
          <p:nvPr/>
        </p:nvSpPr>
        <p:spPr>
          <a:xfrm>
            <a:off x="6012873" y="2373745"/>
            <a:ext cx="5903708" cy="22167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C9DC95C-B9E8-EC66-433C-843CD85466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4341" y="4781470"/>
            <a:ext cx="3915321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0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6F067-13B4-9D8C-A5A9-8E69FB6FB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K6 </a:t>
            </a:r>
            <a:r>
              <a:rPr lang="ko-KR" altLang="en-US"/>
              <a:t>스크립트 작성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8E4FA-8762-59E7-931B-921E5B5C88A9}"/>
              </a:ext>
            </a:extLst>
          </p:cNvPr>
          <p:cNvSpPr txBox="1"/>
          <p:nvPr/>
        </p:nvSpPr>
        <p:spPr>
          <a:xfrm>
            <a:off x="3450101" y="2143357"/>
            <a:ext cx="6096000" cy="313585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'k6/http'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 sleep }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'k6'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options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stages</a:t>
            </a:r>
            <a:r>
              <a:rPr lang="en-US" altLang="ko-KR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[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{ duration</a:t>
            </a:r>
            <a:r>
              <a:rPr lang="en-US" altLang="ko-KR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'10s'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target</a:t>
            </a:r>
            <a:r>
              <a:rPr lang="en-US" altLang="ko-KR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simulate up to 100 VUs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]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Make a GET request to the target URL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http.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'http://43.201.8.31:8080/boards'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070CD2B-3729-79D3-8F79-BE8F8F6DE6CB}"/>
              </a:ext>
            </a:extLst>
          </p:cNvPr>
          <p:cNvGrpSpPr/>
          <p:nvPr/>
        </p:nvGrpSpPr>
        <p:grpSpPr>
          <a:xfrm>
            <a:off x="1097280" y="2143357"/>
            <a:ext cx="2286319" cy="2816570"/>
            <a:chOff x="1097280" y="2143357"/>
            <a:chExt cx="2286319" cy="281657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2EE408C-91C6-6B3C-77A7-BB36DE5E6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2143357"/>
              <a:ext cx="2286319" cy="280074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EB4806B-5161-DE7F-8B7A-5013E7C61436}"/>
                </a:ext>
              </a:extLst>
            </p:cNvPr>
            <p:cNvSpPr/>
            <p:nvPr/>
          </p:nvSpPr>
          <p:spPr>
            <a:xfrm>
              <a:off x="1163782" y="4655127"/>
              <a:ext cx="1025236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F301592-6355-096B-8596-E808286E068D}"/>
              </a:ext>
            </a:extLst>
          </p:cNvPr>
          <p:cNvSpPr txBox="1"/>
          <p:nvPr/>
        </p:nvSpPr>
        <p:spPr>
          <a:xfrm>
            <a:off x="3450101" y="5347916"/>
            <a:ext cx="645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10</a:t>
            </a:r>
            <a:r>
              <a:rPr lang="ko-KR" altLang="en-US"/>
              <a:t>초 테스트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r>
              <a:rPr lang="en-US" altLang="ko-KR">
                <a:solidFill>
                  <a:srgbClr val="FF0000"/>
                </a:solidFill>
              </a:rPr>
              <a:t>| </a:t>
            </a:r>
            <a:r>
              <a:rPr lang="en-US" altLang="ko-KR"/>
              <a:t>VUs 30  </a:t>
            </a:r>
            <a:r>
              <a:rPr lang="en-US" altLang="ko-KR">
                <a:solidFill>
                  <a:srgbClr val="FF0000"/>
                </a:solidFill>
              </a:rPr>
              <a:t>|</a:t>
            </a:r>
            <a:r>
              <a:rPr lang="en-US" altLang="ko-KR"/>
              <a:t> http://{AWS EC2 </a:t>
            </a:r>
            <a:r>
              <a:rPr lang="ko-KR" altLang="en-US"/>
              <a:t>주소</a:t>
            </a:r>
            <a:r>
              <a:rPr lang="en-US" altLang="ko-KR"/>
              <a:t>}/boards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48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B4A53-7012-0A6E-E59C-64B7EF736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캐시 미적용 코드 변경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E6F0F6-7343-0CAA-5B87-39BD82029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21" y="1841996"/>
            <a:ext cx="7299827" cy="2129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F01CD7-0F62-DCE0-E246-6BA903AF22C2}"/>
              </a:ext>
            </a:extLst>
          </p:cNvPr>
          <p:cNvSpPr txBox="1"/>
          <p:nvPr/>
        </p:nvSpPr>
        <p:spPr>
          <a:xfrm>
            <a:off x="210221" y="4054764"/>
            <a:ext cx="75113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cd</a:t>
            </a:r>
            <a:r>
              <a:rPr lang="ko-KR" altLang="en-US" sz="1400"/>
              <a:t> </a:t>
            </a:r>
            <a:r>
              <a:rPr lang="en-US" altLang="ko-KR" sz="1400"/>
              <a:t>~/redisinspring</a:t>
            </a:r>
          </a:p>
          <a:p>
            <a:r>
              <a:rPr lang="en-US" altLang="ko-KR" sz="1400"/>
              <a:t>./gradlew clean build -x test </a:t>
            </a:r>
          </a:p>
          <a:p>
            <a:r>
              <a:rPr lang="en-US" altLang="ko-KR" sz="1400"/>
              <a:t>nohup java -Dspring.profiles.active=prod -jar build/libs/redisinspring-0.0.1-SNAPSHOT.jar &amp; </a:t>
            </a:r>
          </a:p>
          <a:p>
            <a:endParaRPr lang="en-US" altLang="ko-KR" sz="1400"/>
          </a:p>
          <a:p>
            <a:r>
              <a:rPr lang="ko-KR" altLang="en-US" sz="1400"/>
              <a:t>애플리케이션 동작 확인</a:t>
            </a:r>
            <a:endParaRPr lang="en-US" altLang="ko-KR" sz="1400"/>
          </a:p>
          <a:p>
            <a:r>
              <a:rPr lang="en-US" altLang="ko-KR" sz="1400"/>
              <a:t>lsof -i:8080</a:t>
            </a:r>
            <a:endParaRPr lang="ko-KR" altLang="en-US" sz="14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03A5090-9D9D-ED7C-9BAC-FF50BF146C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4" b="223"/>
          <a:stretch>
            <a:fillRect/>
          </a:stretch>
        </p:blipFill>
        <p:spPr>
          <a:xfrm>
            <a:off x="210221" y="5522887"/>
            <a:ext cx="6003191" cy="53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239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D71FC-11EF-CAD0-4C1C-EBD3BD3A6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캐시 미적용 </a:t>
            </a:r>
            <a:r>
              <a:rPr lang="en-US" altLang="ko-KR"/>
              <a:t>K6 </a:t>
            </a:r>
            <a:r>
              <a:rPr lang="ko-KR" altLang="en-US"/>
              <a:t>부하테스트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4DE410-A4A6-CD48-1619-FBAD1C2631C0}"/>
              </a:ext>
            </a:extLst>
          </p:cNvPr>
          <p:cNvSpPr txBox="1"/>
          <p:nvPr/>
        </p:nvSpPr>
        <p:spPr>
          <a:xfrm>
            <a:off x="1052946" y="1874982"/>
            <a:ext cx="1011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k6 run script.js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9EEB90-1C64-FDE8-C7F9-A2C1FC70F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81936"/>
            <a:ext cx="2848373" cy="1400370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423BF8B2-501C-0A66-CF0B-EB4569D90E48}"/>
              </a:ext>
            </a:extLst>
          </p:cNvPr>
          <p:cNvGrpSpPr/>
          <p:nvPr/>
        </p:nvGrpSpPr>
        <p:grpSpPr>
          <a:xfrm>
            <a:off x="4108925" y="2381936"/>
            <a:ext cx="7668695" cy="3029373"/>
            <a:chOff x="4108925" y="2381936"/>
            <a:chExt cx="7668695" cy="302937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2B37012-BA9B-7F65-D783-42B57BCE2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8925" y="2381936"/>
              <a:ext cx="7668695" cy="3029373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07C0246-D754-115C-5C31-67CE98B601CE}"/>
                </a:ext>
              </a:extLst>
            </p:cNvPr>
            <p:cNvSpPr/>
            <p:nvPr/>
          </p:nvSpPr>
          <p:spPr>
            <a:xfrm>
              <a:off x="4414981" y="3429000"/>
              <a:ext cx="3990109" cy="2840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70C2B62-C2CB-5180-7E7A-72726ED89594}"/>
              </a:ext>
            </a:extLst>
          </p:cNvPr>
          <p:cNvSpPr txBox="1"/>
          <p:nvPr/>
        </p:nvSpPr>
        <p:spPr>
          <a:xfrm>
            <a:off x="480291" y="4045527"/>
            <a:ext cx="3465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초당 </a:t>
            </a:r>
            <a:r>
              <a:rPr lang="en-US" altLang="ko-KR" sz="1200"/>
              <a:t>3.28 TPS</a:t>
            </a:r>
            <a:r>
              <a:rPr lang="ko-KR" altLang="en-US" sz="1200"/>
              <a:t>로 처리</a:t>
            </a:r>
            <a:endParaRPr lang="en-US" altLang="ko-KR" sz="1200"/>
          </a:p>
          <a:p>
            <a:r>
              <a:rPr lang="en-US" altLang="ko-KR" sz="1200"/>
              <a:t>30</a:t>
            </a:r>
            <a:r>
              <a:rPr lang="ko-KR" altLang="en-US" sz="1200"/>
              <a:t>초동안 총 </a:t>
            </a:r>
            <a:r>
              <a:rPr lang="en-US" altLang="ko-KR" sz="1200"/>
              <a:t>57</a:t>
            </a:r>
            <a:r>
              <a:rPr lang="ko-KR" altLang="en-US" sz="1200"/>
              <a:t>건의 요청 발생</a:t>
            </a:r>
            <a:endParaRPr lang="en-US" altLang="ko-KR" sz="1200"/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096020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EB9E8-7585-A3E8-BEBD-406F58BBF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0EE3E-E2A1-96C0-FFB0-383E1902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캐시 적용 코드 변경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0569289-BBEC-D957-9650-F539F29C6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86" y="1881282"/>
            <a:ext cx="8029837" cy="231320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BDB2104-CEDD-AF33-A131-74E8466B5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86" y="4335130"/>
            <a:ext cx="6049219" cy="55252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5D6BEA2-E90A-8E62-7919-EC4022892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86" y="5544247"/>
            <a:ext cx="4991797" cy="5048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1F9AE20-80E7-C61B-0FF3-00BC26EDA3BE}"/>
              </a:ext>
            </a:extLst>
          </p:cNvPr>
          <p:cNvSpPr txBox="1"/>
          <p:nvPr/>
        </p:nvSpPr>
        <p:spPr>
          <a:xfrm>
            <a:off x="6358305" y="5028298"/>
            <a:ext cx="4193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8080</a:t>
            </a:r>
            <a:r>
              <a:rPr lang="ko-KR" altLang="en-US" sz="1200"/>
              <a:t>포트 프로세스 강제 종료 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F1BE01B-9D74-AE20-DF51-05C40E505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86" y="5028298"/>
            <a:ext cx="6011114" cy="51442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7B4C353-3306-0756-4C43-F454A4B73F7F}"/>
              </a:ext>
            </a:extLst>
          </p:cNvPr>
          <p:cNvSpPr txBox="1"/>
          <p:nvPr/>
        </p:nvSpPr>
        <p:spPr>
          <a:xfrm>
            <a:off x="6358305" y="4334394"/>
            <a:ext cx="4193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gradle </a:t>
            </a:r>
            <a:r>
              <a:rPr lang="ko-KR" altLang="en-US" sz="1200"/>
              <a:t>재 빌드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E72BBA-F170-CB76-1107-509BBE13B591}"/>
              </a:ext>
            </a:extLst>
          </p:cNvPr>
          <p:cNvSpPr txBox="1"/>
          <p:nvPr/>
        </p:nvSpPr>
        <p:spPr>
          <a:xfrm>
            <a:off x="6918036" y="5643418"/>
            <a:ext cx="3962400" cy="504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C48D3F7-83E1-855C-B25B-0E02F7F7EA22}"/>
              </a:ext>
            </a:extLst>
          </p:cNvPr>
          <p:cNvGrpSpPr/>
          <p:nvPr/>
        </p:nvGrpSpPr>
        <p:grpSpPr>
          <a:xfrm>
            <a:off x="309086" y="6148313"/>
            <a:ext cx="11412543" cy="533474"/>
            <a:chOff x="309086" y="6148313"/>
            <a:chExt cx="11412543" cy="533474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4639CD25-5D10-3186-9F5C-87690263A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9086" y="6148313"/>
              <a:ext cx="11412543" cy="533474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5628A79-C6E1-1F3D-7F08-0A699E6DFAC3}"/>
                </a:ext>
              </a:extLst>
            </p:cNvPr>
            <p:cNvSpPr/>
            <p:nvPr/>
          </p:nvSpPr>
          <p:spPr>
            <a:xfrm>
              <a:off x="5309395" y="6357644"/>
              <a:ext cx="3029528" cy="29556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/>
                <a:t>Background </a:t>
              </a:r>
              <a:r>
                <a:rPr lang="ko-KR" altLang="en-US" sz="1200"/>
                <a:t>실행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295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EC7C6-5A44-2A29-D43C-2C5B108F4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88872-96FC-8A59-051F-E3A797395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캐시 적용 </a:t>
            </a:r>
            <a:r>
              <a:rPr lang="en-US" altLang="ko-KR"/>
              <a:t>K6 </a:t>
            </a:r>
            <a:r>
              <a:rPr lang="ko-KR" altLang="en-US"/>
              <a:t>부하테스트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E6EB53-DDA3-4BBD-76E4-F533EB0B86E1}"/>
              </a:ext>
            </a:extLst>
          </p:cNvPr>
          <p:cNvSpPr txBox="1"/>
          <p:nvPr/>
        </p:nvSpPr>
        <p:spPr>
          <a:xfrm>
            <a:off x="1052946" y="1874982"/>
            <a:ext cx="1011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k6 run script.js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FC914C-6CC8-8AFA-4B8D-FD7A204FC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81936"/>
            <a:ext cx="2848373" cy="1400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84CF7A-4391-7F31-8ECB-24B84710332C}"/>
              </a:ext>
            </a:extLst>
          </p:cNvPr>
          <p:cNvSpPr txBox="1"/>
          <p:nvPr/>
        </p:nvSpPr>
        <p:spPr>
          <a:xfrm>
            <a:off x="480291" y="4045527"/>
            <a:ext cx="34653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초당 </a:t>
            </a:r>
            <a:r>
              <a:rPr lang="en-US" altLang="ko-KR" sz="1200"/>
              <a:t>325.89 TPS</a:t>
            </a:r>
            <a:r>
              <a:rPr lang="ko-KR" altLang="en-US" sz="1200"/>
              <a:t>로 처리</a:t>
            </a:r>
            <a:endParaRPr lang="en-US" altLang="ko-KR" sz="1200"/>
          </a:p>
          <a:p>
            <a:r>
              <a:rPr lang="en-US" altLang="ko-KR" sz="1200"/>
              <a:t>30</a:t>
            </a:r>
            <a:r>
              <a:rPr lang="ko-KR" altLang="en-US" sz="1200"/>
              <a:t>초동안 총 </a:t>
            </a:r>
            <a:r>
              <a:rPr lang="en-US" altLang="ko-KR" sz="1200"/>
              <a:t>3268</a:t>
            </a:r>
            <a:r>
              <a:rPr lang="ko-KR" altLang="en-US" sz="1200"/>
              <a:t>건의 요청 발생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처리량이 </a:t>
            </a:r>
            <a:r>
              <a:rPr lang="en-US" altLang="ko-KR" sz="1200"/>
              <a:t>100</a:t>
            </a:r>
            <a:r>
              <a:rPr lang="ko-KR" altLang="en-US" sz="1200"/>
              <a:t>배 정도 증가한걸 알 수 있다</a:t>
            </a:r>
            <a:r>
              <a:rPr lang="en-US" altLang="ko-KR" sz="1200"/>
              <a:t>.</a:t>
            </a:r>
            <a:r>
              <a:rPr lang="ko-KR" altLang="en-US" sz="1200"/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6A9598-ABE7-8CD3-4241-1F5F5D7DE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459" y="2384245"/>
            <a:ext cx="7889316" cy="373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88367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35</TotalTime>
  <Words>229</Words>
  <Application>Microsoft Office PowerPoint</Application>
  <PresentationFormat>와이드스크린</PresentationFormat>
  <Paragraphs>41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Consolas</vt:lpstr>
      <vt:lpstr>추억</vt:lpstr>
      <vt:lpstr>부하테스트를 통한 성능 비교 </vt:lpstr>
      <vt:lpstr>K6 부하테스트 툴 설치</vt:lpstr>
      <vt:lpstr>K6 스크립트 작성</vt:lpstr>
      <vt:lpstr>캐시 미적용 코드 변경</vt:lpstr>
      <vt:lpstr>캐시 미적용 K6 부하테스트 결과</vt:lpstr>
      <vt:lpstr>캐시 적용 코드 변경</vt:lpstr>
      <vt:lpstr>캐시 적용 K6 부하테스트 결과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22</cp:revision>
  <dcterms:created xsi:type="dcterms:W3CDTF">2026-08-25T11:51:06Z</dcterms:created>
  <dcterms:modified xsi:type="dcterms:W3CDTF">2026-08-25T12:26:36Z</dcterms:modified>
</cp:coreProperties>
</file>