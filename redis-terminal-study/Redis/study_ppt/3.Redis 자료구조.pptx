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Redis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자료구조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55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Redis</a:t>
            </a:r>
            <a:r>
              <a:rPr lang="en-US" altLang="ko-KR" dirty="0" smtClean="0"/>
              <a:t> </a:t>
            </a:r>
            <a:r>
              <a:rPr lang="ko-KR" altLang="en-US" dirty="0" smtClean="0"/>
              <a:t>주요 스크립트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77334" y="1320800"/>
            <a:ext cx="869526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100" dirty="0" smtClean="0"/>
              <a:t>String, Lists, Sets, Sorted Sets, Hashes </a:t>
            </a:r>
            <a:r>
              <a:rPr lang="ko-KR" altLang="en-US" sz="1100" dirty="0" smtClean="0"/>
              <a:t>등의 자료 구조를 지원</a:t>
            </a:r>
            <a:endParaRPr lang="en-US" altLang="ko-KR" sz="1100" dirty="0" smtClean="0"/>
          </a:p>
          <a:p>
            <a:pPr marL="171450" indent="-171450">
              <a:buFontTx/>
              <a:buChar char="-"/>
            </a:pPr>
            <a:r>
              <a:rPr lang="ko-KR" altLang="en-US" sz="1100" dirty="0" smtClean="0"/>
              <a:t>모든 </a:t>
            </a:r>
            <a:r>
              <a:rPr lang="en-US" altLang="ko-KR" sz="1100" dirty="0" smtClean="0"/>
              <a:t>key</a:t>
            </a:r>
            <a:r>
              <a:rPr lang="ko-KR" altLang="en-US" sz="1100" dirty="0" smtClean="0"/>
              <a:t>값은 문자열</a:t>
            </a:r>
            <a:r>
              <a:rPr lang="en-US" altLang="ko-KR" sz="1100" dirty="0" smtClean="0"/>
              <a:t>, value </a:t>
            </a:r>
            <a:r>
              <a:rPr lang="ko-KR" altLang="en-US" sz="1100" dirty="0" smtClean="0"/>
              <a:t>또한 문자</a:t>
            </a:r>
            <a:r>
              <a:rPr lang="en-US" altLang="ko-KR" sz="1100" dirty="0" smtClean="0"/>
              <a:t>/</a:t>
            </a:r>
            <a:r>
              <a:rPr lang="ko-KR" altLang="en-US" sz="1100" dirty="0" smtClean="0"/>
              <a:t>숫자 구분 없이 모든 데이터를 문자열 형식으로 저장</a:t>
            </a:r>
            <a:endParaRPr lang="en-US" altLang="ko-KR" sz="1100" dirty="0" smtClean="0"/>
          </a:p>
          <a:p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 smtClean="0"/>
              <a:t>Strings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데이터를 </a:t>
            </a:r>
            <a:r>
              <a:rPr lang="en-US" altLang="ko-KR" sz="1100" dirty="0"/>
              <a:t>String</a:t>
            </a:r>
            <a:r>
              <a:rPr lang="ko-KR" altLang="en-US" sz="1100" dirty="0"/>
              <a:t>형태의 </a:t>
            </a:r>
            <a:r>
              <a:rPr lang="en-US" altLang="ko-KR" sz="1100" dirty="0"/>
              <a:t>value</a:t>
            </a:r>
            <a:r>
              <a:rPr lang="ko-KR" altLang="en-US" sz="1100" dirty="0"/>
              <a:t>로 </a:t>
            </a:r>
            <a:r>
              <a:rPr lang="ko-KR" altLang="en-US" sz="1100" dirty="0" smtClean="0"/>
              <a:t>저장</a:t>
            </a:r>
            <a:endParaRPr lang="en-US" altLang="ko-KR" sz="1100" dirty="0" smtClean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100" dirty="0" smtClean="0"/>
              <a:t>가장 일반적인 </a:t>
            </a:r>
            <a:r>
              <a:rPr lang="en-US" altLang="ko-KR" sz="1100" dirty="0" smtClean="0"/>
              <a:t>key– value </a:t>
            </a:r>
            <a:r>
              <a:rPr lang="ko-KR" altLang="en-US" sz="1100" dirty="0" smtClean="0"/>
              <a:t>구조의 형태</a:t>
            </a:r>
            <a:r>
              <a:rPr lang="en-US" altLang="ko-KR" sz="1100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 smtClean="0"/>
              <a:t>Lists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100" dirty="0" smtClean="0"/>
              <a:t>순서가 있는 문자열 목록</a:t>
            </a:r>
            <a:endParaRPr lang="en-US" altLang="ko-KR" sz="1100" dirty="0" smtClean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 err="1" smtClean="0"/>
              <a:t>deque</a:t>
            </a:r>
            <a:r>
              <a:rPr lang="en-US" altLang="ko-KR" sz="1100" dirty="0" smtClean="0"/>
              <a:t>(double ended queue) </a:t>
            </a:r>
            <a:r>
              <a:rPr lang="ko-KR" altLang="en-US" sz="1100" dirty="0" smtClean="0"/>
              <a:t>와 유사한 구조</a:t>
            </a:r>
            <a:endParaRPr lang="en-US" altLang="ko-KR" sz="1100" dirty="0" smtClean="0"/>
          </a:p>
          <a:p>
            <a:pPr lvl="1"/>
            <a:r>
              <a:rPr lang="en-US" altLang="ko-KR" sz="1100" dirty="0" smtClean="0"/>
              <a:t>( ※ </a:t>
            </a:r>
            <a:r>
              <a:rPr lang="en-US" altLang="ko-KR" sz="1100" dirty="0" err="1"/>
              <a:t>deque</a:t>
            </a:r>
            <a:r>
              <a:rPr lang="en-US" altLang="ko-KR" sz="1100" dirty="0"/>
              <a:t> : </a:t>
            </a:r>
            <a:r>
              <a:rPr lang="ko-KR" altLang="en-US" sz="1100" dirty="0"/>
              <a:t>양쪽에서 넣고 뺄 수 있는 </a:t>
            </a:r>
            <a:r>
              <a:rPr lang="ko-KR" altLang="en-US" sz="1100" dirty="0" smtClean="0"/>
              <a:t>자료 구조 </a:t>
            </a:r>
            <a:r>
              <a:rPr lang="en-US" altLang="ko-KR" sz="1100" dirty="0" smtClean="0"/>
              <a:t>)</a:t>
            </a:r>
            <a:endParaRPr lang="en-US" altLang="ko-KR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altLang="ko-KR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 smtClean="0"/>
              <a:t>Sets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100" dirty="0" smtClean="0"/>
              <a:t>중복을 허용하지 않는 문자열 집합</a:t>
            </a:r>
            <a:endParaRPr lang="en-US" altLang="ko-KR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 smtClean="0"/>
              <a:t>Sorted Sets (Z-set)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어떠한 기준을 가지고 </a:t>
            </a:r>
            <a:r>
              <a:rPr lang="ko-KR" altLang="en-US" sz="1100" dirty="0" smtClean="0"/>
              <a:t>순서가 있는 </a:t>
            </a:r>
            <a:r>
              <a:rPr lang="en-US" altLang="ko-KR" sz="1100" dirty="0" smtClean="0"/>
              <a:t>Set </a:t>
            </a:r>
            <a:r>
              <a:rPr lang="ko-KR" altLang="en-US" sz="1100" dirty="0" smtClean="0"/>
              <a:t>집합</a:t>
            </a:r>
            <a:endParaRPr lang="en-US" altLang="ko-KR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 smtClean="0"/>
              <a:t>Hashes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 smtClean="0"/>
              <a:t>Key </a:t>
            </a:r>
            <a:r>
              <a:rPr lang="ko-KR" altLang="en-US" sz="1100" dirty="0" smtClean="0"/>
              <a:t>안에 </a:t>
            </a:r>
            <a:r>
              <a:rPr lang="en-US" altLang="ko-KR" sz="1100" dirty="0" smtClean="0"/>
              <a:t>Value</a:t>
            </a:r>
            <a:r>
              <a:rPr lang="ko-KR" altLang="en-US" sz="1100" dirty="0" smtClean="0"/>
              <a:t>가 또 하나의 </a:t>
            </a:r>
            <a:r>
              <a:rPr lang="en-US" altLang="ko-KR" sz="1100" dirty="0" smtClean="0"/>
              <a:t>Map </a:t>
            </a:r>
            <a:r>
              <a:rPr lang="ko-KR" altLang="en-US" sz="1100" dirty="0" smtClean="0"/>
              <a:t>형태를 가지는 구조 </a:t>
            </a:r>
            <a:r>
              <a:rPr lang="en-US" altLang="ko-KR" sz="1100" dirty="0" smtClean="0"/>
              <a:t>[value</a:t>
            </a:r>
            <a:r>
              <a:rPr lang="ko-KR" altLang="en-US" sz="1100" dirty="0" smtClean="0"/>
              <a:t>가 </a:t>
            </a:r>
            <a:r>
              <a:rPr lang="en-US" altLang="ko-KR" sz="1100" dirty="0" smtClean="0"/>
              <a:t>map</a:t>
            </a:r>
            <a:r>
              <a:rPr lang="ko-KR" altLang="en-US" sz="1100" dirty="0" smtClean="0"/>
              <a:t>구조인 형태</a:t>
            </a:r>
            <a:r>
              <a:rPr lang="en-US" altLang="ko-KR" sz="1100" dirty="0" smtClean="0"/>
              <a:t>]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100" dirty="0" smtClean="0"/>
              <a:t>ex: </a:t>
            </a:r>
            <a:r>
              <a:rPr lang="en-US" altLang="ko-KR" sz="1100" dirty="0" err="1" smtClean="0"/>
              <a:t>user1</a:t>
            </a:r>
            <a:r>
              <a:rPr lang="en-US" altLang="ko-KR" sz="1100" dirty="0" smtClean="0"/>
              <a:t> : { name: </a:t>
            </a:r>
            <a:r>
              <a:rPr lang="en-US" altLang="ko-KR" sz="1100" dirty="0" err="1" smtClean="0"/>
              <a:t>kim</a:t>
            </a:r>
            <a:r>
              <a:rPr lang="en-US" altLang="ko-KR" sz="1100" dirty="0" smtClean="0"/>
              <a:t> , </a:t>
            </a:r>
            <a:r>
              <a:rPr lang="en-US" altLang="ko-KR" sz="1100" dirty="0" err="1" smtClean="0"/>
              <a:t>email:abc@naver.com</a:t>
            </a:r>
            <a:r>
              <a:rPr lang="en-US" altLang="ko-KR" sz="1100" dirty="0" smtClean="0"/>
              <a:t> } </a:t>
            </a:r>
            <a:r>
              <a:rPr lang="ko-KR" altLang="en-US" sz="1100" dirty="0" smtClean="0"/>
              <a:t>등</a:t>
            </a:r>
            <a:endParaRPr lang="en-US" altLang="ko-KR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 dirty="0" smtClean="0"/>
          </a:p>
          <a:p>
            <a:pPr lvl="1"/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3937332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강의 목표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939800" y="1473200"/>
            <a:ext cx="2302933" cy="10244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 err="1" smtClean="0"/>
              <a:t>P.G</a:t>
            </a:r>
            <a:endParaRPr lang="ko-KR" altLang="en-US" sz="3200" dirty="0"/>
          </a:p>
        </p:txBody>
      </p:sp>
      <p:sp>
        <p:nvSpPr>
          <p:cNvPr id="4" name="직사각형 3"/>
          <p:cNvSpPr/>
          <p:nvPr/>
        </p:nvSpPr>
        <p:spPr>
          <a:xfrm>
            <a:off x="6122901" y="1464733"/>
            <a:ext cx="2302933" cy="10244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 err="1" smtClean="0"/>
              <a:t>Redis</a:t>
            </a:r>
            <a:r>
              <a:rPr lang="en-US" altLang="ko-KR" sz="3200" dirty="0"/>
              <a:t> </a:t>
            </a:r>
            <a:r>
              <a:rPr lang="en-US" altLang="ko-KR" sz="3200" dirty="0" smtClean="0"/>
              <a:t>Server</a:t>
            </a:r>
            <a:endParaRPr lang="ko-KR" altLang="en-US" sz="3200" dirty="0"/>
          </a:p>
        </p:txBody>
      </p:sp>
      <p:cxnSp>
        <p:nvCxnSpPr>
          <p:cNvPr id="6" name="직선 화살표 연결선 5"/>
          <p:cNvCxnSpPr>
            <a:stCxn id="3" idx="3"/>
            <a:endCxn id="4" idx="1"/>
          </p:cNvCxnSpPr>
          <p:nvPr/>
        </p:nvCxnSpPr>
        <p:spPr>
          <a:xfrm flipV="1">
            <a:off x="3242733" y="1976967"/>
            <a:ext cx="2880168" cy="8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599083" y="1405466"/>
            <a:ext cx="2167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 smtClean="0"/>
              <a:t>Redis</a:t>
            </a:r>
            <a:r>
              <a:rPr lang="ko-KR" altLang="en-US" sz="1200" dirty="0" smtClean="0"/>
              <a:t>에게 명령어를 던지는 라이브러리에 의해 제어</a:t>
            </a:r>
            <a:endParaRPr lang="ko-KR" alt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3599083" y="2218267"/>
            <a:ext cx="22598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※ </a:t>
            </a:r>
            <a:r>
              <a:rPr lang="en-US" altLang="ko-KR" sz="1100" dirty="0" err="1" smtClean="0"/>
              <a:t>Redis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에게 </a:t>
            </a:r>
            <a:r>
              <a:rPr lang="ko-KR" altLang="en-US" sz="1100" dirty="0" err="1" smtClean="0"/>
              <a:t>자료구조를</a:t>
            </a:r>
            <a:r>
              <a:rPr lang="ko-KR" altLang="en-US" sz="1100" dirty="0" smtClean="0"/>
              <a:t> 생성시키는</a:t>
            </a:r>
            <a:r>
              <a:rPr lang="en-US" altLang="ko-KR" sz="1100" dirty="0" smtClean="0"/>
              <a:t>(</a:t>
            </a:r>
            <a:r>
              <a:rPr lang="ko-KR" altLang="en-US" sz="1100" dirty="0" smtClean="0"/>
              <a:t>명령어를 </a:t>
            </a:r>
            <a:r>
              <a:rPr lang="ko-KR" altLang="en-US" sz="1100" dirty="0" err="1" smtClean="0"/>
              <a:t>날려주는</a:t>
            </a:r>
            <a:r>
              <a:rPr lang="en-US" altLang="ko-KR" sz="1100" dirty="0" smtClean="0"/>
              <a:t>)</a:t>
            </a:r>
            <a:r>
              <a:rPr lang="ko-KR" altLang="en-US" sz="1100" dirty="0" smtClean="0"/>
              <a:t> 라이브러리는  </a:t>
            </a:r>
            <a:r>
              <a:rPr lang="en-US" altLang="ko-KR" sz="1100" dirty="0" smtClean="0"/>
              <a:t>Spring Frame Work, </a:t>
            </a:r>
            <a:r>
              <a:rPr lang="en-US" altLang="ko-KR" sz="1100" dirty="0" err="1" smtClean="0"/>
              <a:t>Django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또는 다른 개발 프레임 워크마다 다르다</a:t>
            </a:r>
            <a:r>
              <a:rPr lang="en-US" altLang="ko-KR" sz="1100" dirty="0" smtClean="0"/>
              <a:t>.</a:t>
            </a:r>
            <a:br>
              <a:rPr lang="en-US" altLang="ko-KR" sz="1100" dirty="0" smtClean="0"/>
            </a:br>
            <a:r>
              <a:rPr lang="en-US" altLang="ko-KR" sz="1100" dirty="0" smtClean="0">
                <a:sym typeface="Wingdings" panose="05000000000000000000" pitchFamily="2" charset="2"/>
              </a:rPr>
              <a:t> </a:t>
            </a:r>
            <a:r>
              <a:rPr lang="ko-KR" altLang="en-US" sz="1100" dirty="0" smtClean="0">
                <a:sym typeface="Wingdings" panose="05000000000000000000" pitchFamily="2" charset="2"/>
              </a:rPr>
              <a:t>이는 개별 라이브러리를 학습</a:t>
            </a:r>
            <a:r>
              <a:rPr lang="en-US" altLang="ko-KR" sz="1100" dirty="0" smtClean="0">
                <a:sym typeface="Wingdings" panose="05000000000000000000" pitchFamily="2" charset="2"/>
              </a:rPr>
              <a:t/>
            </a:r>
            <a:br>
              <a:rPr lang="en-US" altLang="ko-KR" sz="1100" dirty="0" smtClean="0">
                <a:sym typeface="Wingdings" panose="05000000000000000000" pitchFamily="2" charset="2"/>
              </a:rPr>
            </a:br>
            <a:r>
              <a:rPr lang="en-US" altLang="ko-KR" sz="1100" dirty="0" smtClean="0">
                <a:sym typeface="Wingdings" panose="05000000000000000000" pitchFamily="2" charset="2"/>
              </a:rPr>
              <a:t>    </a:t>
            </a:r>
            <a:r>
              <a:rPr lang="en-US" altLang="ko-KR" sz="1100" dirty="0" err="1" smtClean="0">
                <a:sym typeface="Wingdings" panose="05000000000000000000" pitchFamily="2" charset="2"/>
              </a:rPr>
              <a:t>Redis</a:t>
            </a:r>
            <a:r>
              <a:rPr lang="en-US" altLang="ko-KR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기본강의에서는</a:t>
            </a:r>
            <a:r>
              <a:rPr lang="ko-KR" altLang="en-US" sz="1100" dirty="0" smtClean="0">
                <a:sym typeface="Wingdings" panose="05000000000000000000" pitchFamily="2" charset="2"/>
              </a:rPr>
              <a:t> 다루지 </a:t>
            </a:r>
            <a:r>
              <a:rPr lang="en-US" altLang="ko-KR" sz="1100" dirty="0" smtClean="0">
                <a:sym typeface="Wingdings" panose="05000000000000000000" pitchFamily="2" charset="2"/>
              </a:rPr>
              <a:t/>
            </a:r>
            <a:br>
              <a:rPr lang="en-US" altLang="ko-KR" sz="1100" dirty="0" smtClean="0">
                <a:sym typeface="Wingdings" panose="05000000000000000000" pitchFamily="2" charset="2"/>
              </a:rPr>
            </a:br>
            <a:r>
              <a:rPr lang="en-US" altLang="ko-KR" sz="1100" dirty="0" smtClean="0">
                <a:sym typeface="Wingdings" panose="05000000000000000000" pitchFamily="2" charset="2"/>
              </a:rPr>
              <a:t>    </a:t>
            </a:r>
            <a:r>
              <a:rPr lang="ko-KR" altLang="en-US" sz="1100" dirty="0" smtClean="0">
                <a:sym typeface="Wingdings" panose="05000000000000000000" pitchFamily="2" charset="2"/>
              </a:rPr>
              <a:t>않는다</a:t>
            </a:r>
            <a:r>
              <a:rPr lang="en-US" altLang="ko-KR" sz="1100" dirty="0" smtClean="0">
                <a:sym typeface="Wingdings" panose="05000000000000000000" pitchFamily="2" charset="2"/>
              </a:rPr>
              <a:t>.</a:t>
            </a:r>
            <a:endParaRPr lang="ko-KR" altLang="en-US" sz="1100" dirty="0"/>
          </a:p>
        </p:txBody>
      </p:sp>
      <p:sp>
        <p:nvSpPr>
          <p:cNvPr id="10" name="직사각형 9"/>
          <p:cNvSpPr/>
          <p:nvPr/>
        </p:nvSpPr>
        <p:spPr>
          <a:xfrm>
            <a:off x="939800" y="4428067"/>
            <a:ext cx="2302933" cy="10244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 err="1" smtClean="0"/>
              <a:t>Redis</a:t>
            </a:r>
            <a:r>
              <a:rPr lang="en-US" altLang="ko-KR" sz="3200" dirty="0"/>
              <a:t> </a:t>
            </a:r>
            <a:r>
              <a:rPr lang="en-US" altLang="ko-KR" sz="3200" dirty="0" smtClean="0"/>
              <a:t>Server</a:t>
            </a:r>
            <a:endParaRPr lang="ko-KR" altLang="en-US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3386666" y="4428067"/>
            <a:ext cx="33189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학습 목표 </a:t>
            </a:r>
            <a:r>
              <a:rPr lang="en-US" altLang="ko-KR" sz="1100" dirty="0" smtClean="0"/>
              <a:t>:</a:t>
            </a:r>
            <a:br>
              <a:rPr lang="en-US" altLang="ko-KR" sz="1100" dirty="0" smtClean="0"/>
            </a:br>
            <a:r>
              <a:rPr lang="en-US" altLang="ko-KR" sz="1100" dirty="0" err="1" smtClean="0"/>
              <a:t>Redis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서버에 </a:t>
            </a:r>
            <a:r>
              <a:rPr lang="ko-KR" altLang="en-US" sz="1100" dirty="0" err="1" smtClean="0"/>
              <a:t>어떡게</a:t>
            </a:r>
            <a:r>
              <a:rPr lang="ko-KR" altLang="en-US" sz="1100" dirty="0" smtClean="0"/>
              <a:t> </a:t>
            </a:r>
            <a:r>
              <a:rPr lang="ko-KR" altLang="en-US" sz="1100" dirty="0" err="1" smtClean="0"/>
              <a:t>자료구조를</a:t>
            </a:r>
            <a:r>
              <a:rPr lang="ko-KR" altLang="en-US" sz="1100" dirty="0" smtClean="0"/>
              <a:t> 생성하는지</a:t>
            </a:r>
            <a:r>
              <a:rPr lang="en-US" altLang="ko-KR" sz="1100" dirty="0" smtClean="0"/>
              <a:t>. [</a:t>
            </a:r>
            <a:r>
              <a:rPr lang="en-US" altLang="ko-KR" sz="1100" dirty="0" err="1" smtClean="0"/>
              <a:t>redis</a:t>
            </a:r>
            <a:r>
              <a:rPr lang="ko-KR" altLang="en-US" sz="1100" dirty="0" smtClean="0"/>
              <a:t>문법</a:t>
            </a:r>
            <a:r>
              <a:rPr lang="en-US" altLang="ko-KR" sz="1100" dirty="0" smtClean="0"/>
              <a:t>]</a:t>
            </a:r>
            <a:br>
              <a:rPr lang="en-US" altLang="ko-KR" sz="1100" dirty="0" smtClean="0"/>
            </a:br>
            <a:r>
              <a:rPr lang="en-US" altLang="ko-KR" sz="1100" dirty="0" err="1" smtClean="0"/>
              <a:t>Redis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문법 그리고 </a:t>
            </a:r>
            <a:r>
              <a:rPr lang="ko-KR" altLang="en-US" sz="1100" dirty="0" err="1" smtClean="0"/>
              <a:t>자료구조가</a:t>
            </a:r>
            <a:r>
              <a:rPr lang="ko-KR" altLang="en-US" sz="1100" dirty="0" smtClean="0"/>
              <a:t> </a:t>
            </a:r>
            <a:r>
              <a:rPr lang="ko-KR" altLang="en-US" sz="1100" dirty="0" err="1" smtClean="0"/>
              <a:t>어떡게</a:t>
            </a:r>
            <a:r>
              <a:rPr lang="ko-KR" altLang="en-US" sz="1100" dirty="0" smtClean="0"/>
              <a:t> 동작하고 어떤 서비스에 자료 구조들이 주로 사용되는지 공부한다</a:t>
            </a:r>
            <a:r>
              <a:rPr lang="en-US" altLang="ko-KR" sz="1100" dirty="0" smtClean="0"/>
              <a:t>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609413136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</TotalTime>
  <Words>162</Words>
  <Application>Microsoft Office PowerPoint</Application>
  <PresentationFormat>와이드스크린</PresentationFormat>
  <Paragraphs>27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HY그래픽M</vt:lpstr>
      <vt:lpstr>맑은 고딕</vt:lpstr>
      <vt:lpstr>Arial</vt:lpstr>
      <vt:lpstr>Trebuchet MS</vt:lpstr>
      <vt:lpstr>Wingdings</vt:lpstr>
      <vt:lpstr>Wingdings 3</vt:lpstr>
      <vt:lpstr>패싯</vt:lpstr>
      <vt:lpstr>Redis 자료구조</vt:lpstr>
      <vt:lpstr>Redis 주요 스크립트</vt:lpstr>
      <vt:lpstr>강의 목표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 자료구조</dc:title>
  <dc:creator>Microsoft 계정</dc:creator>
  <cp:lastModifiedBy>Microsoft 계정</cp:lastModifiedBy>
  <cp:revision>7</cp:revision>
  <dcterms:created xsi:type="dcterms:W3CDTF">2026-01-28T07:38:14Z</dcterms:created>
  <dcterms:modified xsi:type="dcterms:W3CDTF">2026-01-28T08:00:33Z</dcterms:modified>
</cp:coreProperties>
</file>