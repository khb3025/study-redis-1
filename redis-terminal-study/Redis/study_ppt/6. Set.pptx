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8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mtClean="0"/>
              <a:t>Set </a:t>
            </a:r>
            <a:r>
              <a:rPr lang="ko-KR" altLang="en-US" err="1" smtClean="0"/>
              <a:t>자료구조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297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Set </a:t>
            </a:r>
            <a:r>
              <a:rPr lang="ko-KR" altLang="en-US" smtClean="0"/>
              <a:t>명령어</a:t>
            </a:r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363525"/>
            <a:ext cx="3657600" cy="3777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67497" y="1363525"/>
            <a:ext cx="745889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smtClean="0"/>
              <a:t>sadd {set</a:t>
            </a:r>
            <a:r>
              <a:rPr lang="ko-KR" altLang="en-US" sz="1100" smtClean="0"/>
              <a:t>명</a:t>
            </a:r>
            <a:r>
              <a:rPr lang="en-US" altLang="ko-KR" sz="1100" smtClean="0"/>
              <a:t>} {setItem}</a:t>
            </a:r>
            <a:r>
              <a:rPr lang="en-US" altLang="ko-KR" sz="1100" smtClean="0">
                <a:sym typeface="Wingdings" panose="05000000000000000000" pitchFamily="2" charset="2"/>
              </a:rPr>
              <a:t> set</a:t>
            </a:r>
            <a:r>
              <a:rPr lang="ko-KR" altLang="en-US" sz="1100" smtClean="0">
                <a:sym typeface="Wingdings" panose="05000000000000000000" pitchFamily="2" charset="2"/>
              </a:rPr>
              <a:t>에 데이터 추가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r>
              <a:rPr lang="en-US" altLang="ko-KR" sz="1100" smtClean="0">
                <a:sym typeface="Wingdings" panose="05000000000000000000" pitchFamily="2" charset="2"/>
              </a:rPr>
              <a:t>srem </a:t>
            </a:r>
            <a:r>
              <a:rPr lang="en-US" altLang="ko-KR" sz="1100"/>
              <a:t>{set</a:t>
            </a:r>
            <a:r>
              <a:rPr lang="ko-KR" altLang="en-US" sz="1100"/>
              <a:t>명</a:t>
            </a:r>
            <a:r>
              <a:rPr lang="en-US" altLang="ko-KR" sz="1100"/>
              <a:t>} {setItem} </a:t>
            </a:r>
            <a:r>
              <a:rPr lang="en-US" altLang="ko-KR" sz="1100" smtClean="0">
                <a:sym typeface="Wingdings" panose="05000000000000000000" pitchFamily="2" charset="2"/>
              </a:rPr>
              <a:t> set</a:t>
            </a:r>
            <a:r>
              <a:rPr lang="ko-KR" altLang="en-US" sz="1100" smtClean="0">
                <a:sym typeface="Wingdings" panose="05000000000000000000" pitchFamily="2" charset="2"/>
              </a:rPr>
              <a:t>내 데이터 삭제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r>
              <a:rPr lang="en-US" altLang="ko-KR" sz="1100" smtClean="0"/>
              <a:t>scard </a:t>
            </a:r>
            <a:r>
              <a:rPr lang="en-US" altLang="ko-KR" sz="1100"/>
              <a:t>{set</a:t>
            </a:r>
            <a:r>
              <a:rPr lang="ko-KR" altLang="en-US" sz="1100"/>
              <a:t>명</a:t>
            </a:r>
            <a:r>
              <a:rPr lang="en-US" altLang="ko-KR" sz="1100" smtClean="0"/>
              <a:t>} </a:t>
            </a:r>
            <a:r>
              <a:rPr lang="en-US" altLang="ko-KR" sz="1100" smtClean="0">
                <a:sym typeface="Wingdings" panose="05000000000000000000" pitchFamily="2" charset="2"/>
              </a:rPr>
              <a:t> set </a:t>
            </a:r>
            <a:r>
              <a:rPr lang="ko-KR" altLang="en-US" sz="1100" smtClean="0">
                <a:sym typeface="Wingdings" panose="05000000000000000000" pitchFamily="2" charset="2"/>
              </a:rPr>
              <a:t>개수 출력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r>
              <a:rPr lang="en-US" altLang="ko-KR" sz="1100" smtClean="0">
                <a:sym typeface="Wingdings" panose="05000000000000000000" pitchFamily="2" charset="2"/>
              </a:rPr>
              <a:t>sismember </a:t>
            </a:r>
            <a:r>
              <a:rPr lang="en-US" altLang="ko-KR" sz="1100"/>
              <a:t>{set</a:t>
            </a:r>
            <a:r>
              <a:rPr lang="ko-KR" altLang="en-US" sz="1100"/>
              <a:t>명</a:t>
            </a:r>
            <a:r>
              <a:rPr lang="en-US" altLang="ko-KR" sz="1100"/>
              <a:t>} {setItem}</a:t>
            </a:r>
            <a:r>
              <a:rPr lang="en-US" altLang="ko-KR" sz="1100" smtClean="0">
                <a:sym typeface="Wingdings" panose="05000000000000000000" pitchFamily="2" charset="2"/>
              </a:rPr>
              <a:t>  set</a:t>
            </a:r>
            <a:r>
              <a:rPr lang="ko-KR" altLang="en-US" sz="1100" smtClean="0">
                <a:sym typeface="Wingdings" panose="05000000000000000000" pitchFamily="2" charset="2"/>
              </a:rPr>
              <a:t>내 특정 정보가 존재하는지 확인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r>
              <a:rPr lang="en-US" altLang="ko-KR" sz="1100" smtClean="0">
                <a:sym typeface="Wingdings" panose="05000000000000000000" pitchFamily="2" charset="2"/>
              </a:rPr>
              <a:t>expire </a:t>
            </a:r>
            <a:r>
              <a:rPr lang="en-US" altLang="ko-KR" sz="1100"/>
              <a:t>{set</a:t>
            </a:r>
            <a:r>
              <a:rPr lang="ko-KR" altLang="en-US" sz="1100"/>
              <a:t>명</a:t>
            </a:r>
            <a:r>
              <a:rPr lang="en-US" altLang="ko-KR" sz="1100" smtClean="0"/>
              <a:t>} {time} </a:t>
            </a:r>
            <a:r>
              <a:rPr lang="en-US" altLang="ko-KR" sz="1100" smtClean="0">
                <a:sym typeface="Wingdings" panose="05000000000000000000" pitchFamily="2" charset="2"/>
              </a:rPr>
              <a:t> </a:t>
            </a:r>
            <a:r>
              <a:rPr lang="ko-KR" altLang="en-US" sz="1100" smtClean="0">
                <a:sym typeface="Wingdings" panose="05000000000000000000" pitchFamily="2" charset="2"/>
              </a:rPr>
              <a:t>특정 시간동안 </a:t>
            </a:r>
            <a:r>
              <a:rPr lang="en-US" altLang="ko-KR" sz="1100" smtClean="0">
                <a:sym typeface="Wingdings" panose="05000000000000000000" pitchFamily="2" charset="2"/>
              </a:rPr>
              <a:t>set</a:t>
            </a:r>
            <a:r>
              <a:rPr lang="ko-KR" altLang="en-US" sz="1100" smtClean="0">
                <a:sym typeface="Wingdings" panose="05000000000000000000" pitchFamily="2" charset="2"/>
              </a:rPr>
              <a:t>유지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r>
              <a:rPr lang="en-US" altLang="ko-KR" sz="1100" smtClean="0">
                <a:sym typeface="Wingdings" panose="05000000000000000000" pitchFamily="2" charset="2"/>
              </a:rPr>
              <a:t>del {set</a:t>
            </a:r>
            <a:r>
              <a:rPr lang="ko-KR" altLang="en-US" sz="1100" smtClean="0">
                <a:sym typeface="Wingdings" panose="05000000000000000000" pitchFamily="2" charset="2"/>
              </a:rPr>
              <a:t>명</a:t>
            </a:r>
            <a:r>
              <a:rPr lang="en-US" altLang="ko-KR" sz="1100" smtClean="0">
                <a:sym typeface="Wingdings" panose="05000000000000000000" pitchFamily="2" charset="2"/>
              </a:rPr>
              <a:t>}  </a:t>
            </a:r>
            <a:r>
              <a:rPr lang="ko-KR" altLang="en-US" sz="1100" smtClean="0">
                <a:sym typeface="Wingdings" panose="05000000000000000000" pitchFamily="2" charset="2"/>
              </a:rPr>
              <a:t>특정 </a:t>
            </a:r>
            <a:r>
              <a:rPr lang="en-US" altLang="ko-KR" sz="1100" smtClean="0">
                <a:sym typeface="Wingdings" panose="05000000000000000000" pitchFamily="2" charset="2"/>
              </a:rPr>
              <a:t>set </a:t>
            </a:r>
            <a:r>
              <a:rPr lang="ko-KR" altLang="en-US" sz="1100" smtClean="0">
                <a:sym typeface="Wingdings" panose="05000000000000000000" pitchFamily="2" charset="2"/>
              </a:rPr>
              <a:t>삭제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816687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Set </a:t>
            </a:r>
            <a:r>
              <a:rPr lang="ko-KR" altLang="en-US" smtClean="0"/>
              <a:t>자료구조 활용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29508"/>
          <a:stretch/>
        </p:blipFill>
        <p:spPr>
          <a:xfrm>
            <a:off x="764336" y="1422400"/>
            <a:ext cx="3037656" cy="1820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86200" y="1422400"/>
            <a:ext cx="75776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100" smtClean="0"/>
              <a:t>좋아요 개수의 체크에 용이하다</a:t>
            </a:r>
            <a:r>
              <a:rPr lang="en-US" altLang="ko-KR" sz="1100" smtClean="0"/>
              <a:t>. [scard]</a:t>
            </a:r>
          </a:p>
          <a:p>
            <a:pPr marL="228600" indent="-228600">
              <a:buAutoNum type="arabicPeriod"/>
            </a:pPr>
            <a:r>
              <a:rPr lang="ko-KR" altLang="en-US" sz="1100" smtClean="0"/>
              <a:t>특정사용자가 좋아요를 눌렀는지 확인하는데 용이하다</a:t>
            </a:r>
            <a:r>
              <a:rPr lang="en-US" altLang="ko-KR" sz="1100" smtClean="0"/>
              <a:t>. [s is member]</a:t>
            </a:r>
          </a:p>
          <a:p>
            <a:pPr marL="228600" indent="-228600">
              <a:buAutoNum type="arabicPeriod"/>
            </a:pPr>
            <a:endParaRPr lang="ko-KR" altLang="en-US" sz="110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37" y="3374872"/>
            <a:ext cx="3992442" cy="1366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8333" y="3374872"/>
            <a:ext cx="440566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smtClean="0"/>
              <a:t>3. expire</a:t>
            </a:r>
            <a:r>
              <a:rPr lang="ko-KR" altLang="en-US" sz="1100" smtClean="0"/>
              <a:t>과의 </a:t>
            </a:r>
            <a:r>
              <a:rPr lang="en-US" altLang="ko-KR" sz="1100" smtClean="0"/>
              <a:t>set</a:t>
            </a:r>
            <a:r>
              <a:rPr lang="ko-KR" altLang="en-US" sz="1100" smtClean="0"/>
              <a:t>자료구조 조합은 </a:t>
            </a:r>
            <a:r>
              <a:rPr lang="en-US" altLang="ko-KR" sz="1100" smtClean="0"/>
              <a:t/>
            </a:r>
            <a:br>
              <a:rPr lang="en-US" altLang="ko-KR" sz="1100" smtClean="0"/>
            </a:br>
            <a:r>
              <a:rPr lang="en-US" altLang="ko-KR" sz="1100" smtClean="0"/>
              <a:t>   </a:t>
            </a:r>
            <a:r>
              <a:rPr lang="ko-KR" altLang="en-US" sz="1100" smtClean="0"/>
              <a:t>특정 기간 </a:t>
            </a:r>
            <a:r>
              <a:rPr lang="en-US" altLang="ko-KR" sz="1100" smtClean="0"/>
              <a:t>+ </a:t>
            </a:r>
            <a:r>
              <a:rPr lang="ko-KR" altLang="en-US" sz="1100" smtClean="0"/>
              <a:t>중복방지가 필요한 곳에 사용</a:t>
            </a:r>
            <a:endParaRPr lang="en-US" altLang="ko-KR" sz="1100" smtClean="0"/>
          </a:p>
          <a:p>
            <a:r>
              <a:rPr lang="en-US" altLang="ko-KR" sz="1100" smtClean="0"/>
              <a:t>4. set</a:t>
            </a:r>
            <a:r>
              <a:rPr lang="ko-KR" altLang="en-US" sz="1100" smtClean="0"/>
              <a:t>의 기간확인은 </a:t>
            </a:r>
            <a:r>
              <a:rPr lang="en-US" altLang="ko-KR" sz="1100" smtClean="0"/>
              <a:t>ttl {set</a:t>
            </a:r>
            <a:r>
              <a:rPr lang="ko-KR" altLang="en-US" sz="1100" smtClean="0"/>
              <a:t>명</a:t>
            </a:r>
            <a:r>
              <a:rPr lang="en-US" altLang="ko-KR" sz="1100" smtClean="0"/>
              <a:t>} </a:t>
            </a:r>
            <a:r>
              <a:rPr lang="ko-KR" altLang="en-US" sz="1100" smtClean="0"/>
              <a:t>으로 한다</a:t>
            </a:r>
            <a:r>
              <a:rPr lang="en-US" altLang="ko-KR" sz="1100" smtClean="0"/>
              <a:t>.</a:t>
            </a:r>
            <a:endParaRPr lang="ko-KR" altLang="en-US" sz="1100"/>
          </a:p>
        </p:txBody>
      </p:sp>
      <p:grpSp>
        <p:nvGrpSpPr>
          <p:cNvPr id="10" name="그룹 9"/>
          <p:cNvGrpSpPr/>
          <p:nvPr/>
        </p:nvGrpSpPr>
        <p:grpSpPr>
          <a:xfrm>
            <a:off x="8009767" y="1940592"/>
            <a:ext cx="3658111" cy="3610479"/>
            <a:chOff x="8009767" y="1940592"/>
            <a:chExt cx="3658111" cy="3610479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9767" y="1940592"/>
              <a:ext cx="3267531" cy="2800741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09767" y="4741333"/>
              <a:ext cx="3658111" cy="8097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352353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105</Words>
  <Application>Microsoft Office PowerPoint</Application>
  <PresentationFormat>와이드스크린</PresentationFormat>
  <Paragraphs>13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HY그래픽M</vt:lpstr>
      <vt:lpstr>맑은 고딕</vt:lpstr>
      <vt:lpstr>Arial</vt:lpstr>
      <vt:lpstr>Trebuchet MS</vt:lpstr>
      <vt:lpstr>Wingdings</vt:lpstr>
      <vt:lpstr>Wingdings 3</vt:lpstr>
      <vt:lpstr>패싯</vt:lpstr>
      <vt:lpstr>Set 자료구조</vt:lpstr>
      <vt:lpstr>Set 명령어</vt:lpstr>
      <vt:lpstr>Set 자료구조 활용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자료구조</dc:title>
  <dc:creator>Microsoft 계정</dc:creator>
  <cp:lastModifiedBy>Microsoft 계정</cp:lastModifiedBy>
  <cp:revision>4</cp:revision>
  <dcterms:created xsi:type="dcterms:W3CDTF">2026-01-29T23:11:54Z</dcterms:created>
  <dcterms:modified xsi:type="dcterms:W3CDTF">2026-01-29T23:39:08Z</dcterms:modified>
</cp:coreProperties>
</file>