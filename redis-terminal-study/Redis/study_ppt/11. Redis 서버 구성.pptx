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</a:t>
            </a:r>
            <a:r>
              <a:rPr lang="ko-KR" altLang="en-US" dirty="0" smtClean="0"/>
              <a:t>서버 구성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84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609600"/>
            <a:ext cx="5218415" cy="53189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3400" y="541867"/>
            <a:ext cx="591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Replication </a:t>
            </a:r>
            <a:r>
              <a:rPr lang="en-US" altLang="ko-KR" sz="1200" dirty="0" smtClean="0">
                <a:sym typeface="Wingdings" panose="05000000000000000000" pitchFamily="2" charset="2"/>
              </a:rPr>
              <a:t> master 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Redis</a:t>
            </a:r>
            <a:r>
              <a:rPr lang="en-US" altLang="ko-KR" sz="1200" dirty="0" smtClean="0"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sym typeface="Wingdings" panose="05000000000000000000" pitchFamily="2" charset="2"/>
              </a:rPr>
              <a:t>는 저장</a:t>
            </a:r>
            <a:r>
              <a:rPr lang="en-US" altLang="ko-KR" sz="1200" dirty="0" smtClean="0">
                <a:sym typeface="Wingdings" panose="05000000000000000000" pitchFamily="2" charset="2"/>
              </a:rPr>
              <a:t/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                      slave 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Redis</a:t>
            </a:r>
            <a:r>
              <a:rPr lang="en-US" altLang="ko-KR" sz="1200" dirty="0" smtClean="0"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sym typeface="Wingdings" panose="05000000000000000000" pitchFamily="2" charset="2"/>
              </a:rPr>
              <a:t>는 읽기 전용</a:t>
            </a:r>
            <a:r>
              <a:rPr lang="en-US" altLang="ko-KR" sz="1200" dirty="0" smtClean="0">
                <a:sym typeface="Wingdings" panose="05000000000000000000" pitchFamily="2" charset="2"/>
              </a:rPr>
              <a:t/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(※ master</a:t>
            </a:r>
            <a:r>
              <a:rPr lang="ko-KR" altLang="en-US" sz="1200" dirty="0" smtClean="0">
                <a:sym typeface="Wingdings" panose="05000000000000000000" pitchFamily="2" charset="2"/>
              </a:rPr>
              <a:t>를 복제하여 </a:t>
            </a:r>
            <a:r>
              <a:rPr lang="en-US" altLang="ko-KR" sz="1200" dirty="0" smtClean="0">
                <a:sym typeface="Wingdings" panose="05000000000000000000" pitchFamily="2" charset="2"/>
              </a:rPr>
              <a:t>slave</a:t>
            </a:r>
            <a:r>
              <a:rPr lang="ko-KR" altLang="en-US" sz="1200" dirty="0" smtClean="0">
                <a:sym typeface="Wingdings" panose="05000000000000000000" pitchFamily="2" charset="2"/>
              </a:rPr>
              <a:t>구성</a:t>
            </a:r>
            <a:r>
              <a:rPr lang="en-US" altLang="ko-KR" sz="1200" dirty="0" smtClean="0">
                <a:sym typeface="Wingdings" panose="05000000000000000000" pitchFamily="2" charset="2"/>
              </a:rPr>
              <a:t>)</a:t>
            </a:r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2936649" y="4555067"/>
            <a:ext cx="5918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ym typeface="Wingdings" panose="05000000000000000000" pitchFamily="2" charset="2"/>
              </a:rPr>
              <a:t>Cluster 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여러대의</a:t>
            </a:r>
            <a:r>
              <a:rPr lang="ko-KR" altLang="en-US" sz="1200" dirty="0" smtClean="0">
                <a:sym typeface="Wingdings" panose="05000000000000000000" pitchFamily="2" charset="2"/>
              </a:rPr>
              <a:t> 마스터를 두는 경우</a:t>
            </a:r>
            <a:r>
              <a:rPr lang="en-US" altLang="ko-KR" sz="1200" dirty="0" smtClean="0">
                <a:sym typeface="Wingdings" panose="05000000000000000000" pitchFamily="2" charset="2"/>
              </a:rPr>
              <a:t>. 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               1~3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번중</a:t>
            </a:r>
            <a:r>
              <a:rPr lang="ko-KR" altLang="en-US" sz="1200" dirty="0" smtClean="0">
                <a:sym typeface="Wingdings" panose="05000000000000000000" pitchFamily="2" charset="2"/>
              </a:rPr>
              <a:t> 어디에 데이터를 저장하는지 모르게 된다</a:t>
            </a:r>
            <a:r>
              <a:rPr lang="en-US" altLang="ko-KR" sz="1200" dirty="0" smtClean="0">
                <a:sym typeface="Wingdings" panose="05000000000000000000" pitchFamily="2" charset="2"/>
              </a:rPr>
              <a:t>. 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               </a:t>
            </a:r>
            <a:r>
              <a:rPr lang="ko-KR" altLang="en-US" sz="1200" dirty="0" smtClean="0">
                <a:sym typeface="Wingdings" panose="05000000000000000000" pitchFamily="2" charset="2"/>
              </a:rPr>
              <a:t>이를 해결하기 위해서 데이터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샤딩이</a:t>
            </a:r>
            <a:r>
              <a:rPr lang="ko-KR" altLang="en-US" sz="1200" dirty="0" smtClean="0">
                <a:sym typeface="Wingdings" panose="05000000000000000000" pitchFamily="2" charset="2"/>
              </a:rPr>
              <a:t> 수행됨</a:t>
            </a:r>
            <a:r>
              <a:rPr lang="en-US" altLang="ko-KR" sz="1200" dirty="0" smtClean="0">
                <a:sym typeface="Wingdings" panose="05000000000000000000" pitchFamily="2" charset="2"/>
              </a:rPr>
              <a:t>.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               (</a:t>
            </a:r>
            <a:r>
              <a:rPr lang="ko-KR" altLang="en-US" sz="1200" dirty="0" smtClean="0">
                <a:sym typeface="Wingdings" panose="05000000000000000000" pitchFamily="2" charset="2"/>
              </a:rPr>
              <a:t>데이터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샤딩</a:t>
            </a:r>
            <a:r>
              <a:rPr lang="ko-KR" altLang="en-US" sz="1200" dirty="0" smtClean="0">
                <a:sym typeface="Wingdings" panose="05000000000000000000" pitchFamily="2" charset="2"/>
              </a:rPr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: </a:t>
            </a:r>
            <a:r>
              <a:rPr lang="ko-KR" altLang="en-US" sz="1200" dirty="0" smtClean="0">
                <a:sym typeface="Wingdings" panose="05000000000000000000" pitchFamily="2" charset="2"/>
              </a:rPr>
              <a:t>특정 룰을 통해 데이터를 저장</a:t>
            </a:r>
            <a:r>
              <a:rPr lang="en-US" altLang="ko-KR" sz="1200" dirty="0" smtClean="0">
                <a:sym typeface="Wingdings" panose="05000000000000000000" pitchFamily="2" charset="2"/>
              </a:rPr>
              <a:t>)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               (</a:t>
            </a:r>
            <a:r>
              <a:rPr lang="ko-KR" altLang="en-US" sz="1200" dirty="0" smtClean="0">
                <a:sym typeface="Wingdings" panose="05000000000000000000" pitchFamily="2" charset="2"/>
              </a:rPr>
              <a:t>예 </a:t>
            </a:r>
            <a:r>
              <a:rPr lang="en-US" altLang="ko-KR" sz="1200" dirty="0" smtClean="0">
                <a:sym typeface="Wingdings" panose="05000000000000000000" pitchFamily="2" charset="2"/>
              </a:rPr>
              <a:t>: apple </a:t>
            </a:r>
            <a:r>
              <a:rPr lang="ko-KR" altLang="en-US" sz="1200" dirty="0" smtClean="0">
                <a:sym typeface="Wingdings" panose="05000000000000000000" pitchFamily="2" charset="2"/>
              </a:rPr>
              <a:t>의 경우 </a:t>
            </a:r>
            <a:r>
              <a:rPr lang="en-US" altLang="ko-KR" sz="1200" dirty="0" smtClean="0">
                <a:sym typeface="Wingdings" panose="05000000000000000000" pitchFamily="2" charset="2"/>
              </a:rPr>
              <a:t>master1 </a:t>
            </a:r>
            <a:r>
              <a:rPr lang="ko-KR" altLang="en-US" sz="1200" dirty="0" smtClean="0">
                <a:sym typeface="Wingdings" panose="05000000000000000000" pitchFamily="2" charset="2"/>
              </a:rPr>
              <a:t>저장 </a:t>
            </a:r>
            <a:r>
              <a:rPr lang="en-US" altLang="ko-KR" sz="1200" dirty="0" smtClean="0">
                <a:sym typeface="Wingdings" panose="05000000000000000000" pitchFamily="2" charset="2"/>
              </a:rPr>
              <a:t>book</a:t>
            </a:r>
            <a:r>
              <a:rPr lang="ko-KR" altLang="en-US" sz="1200" dirty="0" smtClean="0">
                <a:sym typeface="Wingdings" panose="05000000000000000000" pitchFamily="2" charset="2"/>
              </a:rPr>
              <a:t>의 경우 </a:t>
            </a:r>
            <a:r>
              <a:rPr lang="en-US" altLang="ko-KR" sz="1200" dirty="0" smtClean="0">
                <a:sym typeface="Wingdings" panose="05000000000000000000" pitchFamily="2" charset="2"/>
              </a:rPr>
              <a:t>master2</a:t>
            </a:r>
            <a:r>
              <a:rPr lang="ko-KR" altLang="en-US" sz="1200" dirty="0" smtClean="0">
                <a:sym typeface="Wingdings" panose="05000000000000000000" pitchFamily="2" charset="2"/>
              </a:rPr>
              <a:t>에 저장</a:t>
            </a:r>
            <a:r>
              <a:rPr lang="en-US" altLang="ko-KR" sz="1200" dirty="0" smtClean="0">
                <a:sym typeface="Wingdings" panose="05000000000000000000" pitchFamily="2" charset="2"/>
              </a:rPr>
              <a:t/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                       cook </a:t>
            </a:r>
            <a:r>
              <a:rPr lang="ko-KR" altLang="en-US" sz="1200" dirty="0" smtClean="0">
                <a:sym typeface="Wingdings" panose="05000000000000000000" pitchFamily="2" charset="2"/>
              </a:rPr>
              <a:t>의 경우 </a:t>
            </a:r>
            <a:r>
              <a:rPr lang="en-US" altLang="ko-KR" sz="1200" dirty="0" smtClean="0">
                <a:sym typeface="Wingdings" panose="05000000000000000000" pitchFamily="2" charset="2"/>
              </a:rPr>
              <a:t>master3</a:t>
            </a:r>
            <a:r>
              <a:rPr lang="ko-KR" altLang="en-US" sz="1200" dirty="0" smtClean="0">
                <a:sym typeface="Wingdings" panose="05000000000000000000" pitchFamily="2" charset="2"/>
              </a:rPr>
              <a:t>에 저장</a:t>
            </a:r>
            <a:r>
              <a:rPr lang="en-US" altLang="ko-KR" sz="1200" dirty="0" smtClean="0">
                <a:sym typeface="Wingdings" panose="05000000000000000000" pitchFamily="2" charset="2"/>
              </a:rPr>
              <a:t>, deep </a:t>
            </a:r>
            <a:r>
              <a:rPr lang="ko-KR" altLang="en-US" sz="1200" dirty="0" smtClean="0">
                <a:sym typeface="Wingdings" panose="05000000000000000000" pitchFamily="2" charset="2"/>
              </a:rPr>
              <a:t>의 경우 </a:t>
            </a:r>
            <a:r>
              <a:rPr lang="en-US" altLang="ko-KR" sz="1200" dirty="0" smtClean="0">
                <a:sym typeface="Wingdings" panose="05000000000000000000" pitchFamily="2" charset="2"/>
              </a:rPr>
              <a:t>mater 1</a:t>
            </a:r>
            <a:r>
              <a:rPr lang="ko-KR" altLang="en-US" sz="1200" dirty="0" smtClean="0">
                <a:sym typeface="Wingdings" panose="05000000000000000000" pitchFamily="2" charset="2"/>
              </a:rPr>
              <a:t>에 저장</a:t>
            </a:r>
            <a:r>
              <a:rPr lang="en-US" altLang="ko-KR" sz="1200" dirty="0" smtClean="0">
                <a:sym typeface="Wingdings" panose="05000000000000000000" pitchFamily="2" charset="2"/>
              </a:rPr>
              <a:t>.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                       </a:t>
            </a:r>
            <a:r>
              <a:rPr lang="ko-KR" altLang="en-US" sz="1200" dirty="0" smtClean="0">
                <a:sym typeface="Wingdings" panose="05000000000000000000" pitchFamily="2" charset="2"/>
              </a:rPr>
              <a:t>특정 룰을 정해서 어떤 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Redis</a:t>
            </a:r>
            <a:r>
              <a:rPr lang="en-US" altLang="ko-KR" sz="1200" dirty="0" smtClean="0">
                <a:sym typeface="Wingdings" panose="05000000000000000000" pitchFamily="2" charset="2"/>
              </a:rPr>
              <a:t> DB</a:t>
            </a:r>
            <a:r>
              <a:rPr lang="ko-KR" altLang="en-US" sz="1200" dirty="0" smtClean="0">
                <a:sym typeface="Wingdings" panose="05000000000000000000" pitchFamily="2" charset="2"/>
              </a:rPr>
              <a:t>에 저장되는지 설정 </a:t>
            </a:r>
            <a:r>
              <a:rPr lang="en-US" altLang="ko-KR" sz="1200" dirty="0" smtClean="0">
                <a:sym typeface="Wingdings" panose="05000000000000000000" pitchFamily="2" charset="2"/>
              </a:rPr>
              <a:t>= </a:t>
            </a:r>
            <a:r>
              <a:rPr lang="ko-KR" altLang="en-US" sz="1200" dirty="0" smtClean="0">
                <a:sym typeface="Wingdings" panose="05000000000000000000" pitchFamily="2" charset="2"/>
              </a:rPr>
              <a:t>데이터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샤딩</a:t>
            </a:r>
            <a:r>
              <a:rPr lang="en-US" altLang="ko-KR" sz="1200" dirty="0" smtClean="0">
                <a:sym typeface="Wingdings" panose="05000000000000000000" pitchFamily="2" charset="2"/>
              </a:rPr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09562219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16</Words>
  <Application>Microsoft Office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Redis 서버 구성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서버 구성</dc:title>
  <dc:creator>khb</dc:creator>
  <cp:lastModifiedBy>khb</cp:lastModifiedBy>
  <cp:revision>2</cp:revision>
  <dcterms:created xsi:type="dcterms:W3CDTF">2026-02-04T14:38:40Z</dcterms:created>
  <dcterms:modified xsi:type="dcterms:W3CDTF">2026-02-04T14:54:35Z</dcterms:modified>
</cp:coreProperties>
</file>