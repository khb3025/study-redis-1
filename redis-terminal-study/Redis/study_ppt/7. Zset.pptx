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mtClean="0"/>
              <a:t>ZSet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mtClean="0"/>
              <a:t>Sorted Set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63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zset </a:t>
            </a:r>
            <a:r>
              <a:rPr lang="ko-KR" altLang="en-US" smtClean="0"/>
              <a:t>명령어 정리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343400" y="1397161"/>
            <a:ext cx="739986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smtClean="0"/>
              <a:t>- </a:t>
            </a:r>
            <a:r>
              <a:rPr lang="ko-KR" altLang="en-US" sz="1100" smtClean="0"/>
              <a:t>데이터 추가 삭제</a:t>
            </a:r>
            <a:endParaRPr lang="en-US" altLang="ko-KR" sz="1100" smtClean="0"/>
          </a:p>
          <a:p>
            <a:r>
              <a:rPr lang="en-US" altLang="ko-KR" sz="1100" smtClean="0"/>
              <a:t>zadd {zset</a:t>
            </a:r>
            <a:r>
              <a:rPr lang="ko-KR" altLang="en-US" sz="1100" smtClean="0"/>
              <a:t>명</a:t>
            </a:r>
            <a:r>
              <a:rPr lang="en-US" altLang="ko-KR" sz="1100" smtClean="0"/>
              <a:t>} {score} {string} </a:t>
            </a:r>
            <a:r>
              <a:rPr lang="en-US" altLang="ko-KR" sz="1100" smtClean="0">
                <a:sym typeface="Wingdings" panose="05000000000000000000" pitchFamily="2" charset="2"/>
              </a:rPr>
              <a:t> zset</a:t>
            </a:r>
            <a:r>
              <a:rPr lang="ko-KR" altLang="en-US" sz="1100" smtClean="0">
                <a:sym typeface="Wingdings" panose="05000000000000000000" pitchFamily="2" charset="2"/>
              </a:rPr>
              <a:t>에 정보 추가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r>
              <a:rPr lang="en-US" altLang="ko-KR" sz="1100" smtClean="0">
                <a:sym typeface="Wingdings" panose="05000000000000000000" pitchFamily="2" charset="2"/>
              </a:rPr>
              <a:t>zrem </a:t>
            </a:r>
            <a:r>
              <a:rPr lang="en-US" altLang="ko-KR" sz="1100"/>
              <a:t>{zset</a:t>
            </a:r>
            <a:r>
              <a:rPr lang="ko-KR" altLang="en-US" sz="1100"/>
              <a:t>명</a:t>
            </a:r>
            <a:r>
              <a:rPr lang="en-US" altLang="ko-KR" sz="1100"/>
              <a:t>} </a:t>
            </a:r>
            <a:r>
              <a:rPr lang="en-US" altLang="ko-KR" sz="1100" smtClean="0"/>
              <a:t>{</a:t>
            </a:r>
            <a:r>
              <a:rPr lang="en-US" altLang="ko-KR" sz="1100"/>
              <a:t>string</a:t>
            </a:r>
            <a:r>
              <a:rPr lang="en-US" altLang="ko-KR" sz="1100" smtClean="0"/>
              <a:t>} </a:t>
            </a:r>
            <a:r>
              <a:rPr lang="en-US" altLang="ko-KR" sz="1100" smtClean="0">
                <a:sym typeface="Wingdings" panose="05000000000000000000" pitchFamily="2" charset="2"/>
              </a:rPr>
              <a:t> zset </a:t>
            </a:r>
            <a:r>
              <a:rPr lang="ko-KR" altLang="en-US" sz="1100" smtClean="0">
                <a:sym typeface="Wingdings" panose="05000000000000000000" pitchFamily="2" charset="2"/>
              </a:rPr>
              <a:t>특정 정보 삭제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endParaRPr lang="en-US" altLang="ko-KR" sz="1100" smtClean="0"/>
          </a:p>
          <a:p>
            <a:r>
              <a:rPr lang="en-US" altLang="ko-KR" sz="1100" smtClean="0"/>
              <a:t>- </a:t>
            </a:r>
            <a:r>
              <a:rPr lang="ko-KR" altLang="en-US" sz="1100" smtClean="0"/>
              <a:t>데이터 조회</a:t>
            </a:r>
            <a:endParaRPr lang="en-US" altLang="ko-KR" sz="1100" smtClean="0"/>
          </a:p>
          <a:p>
            <a:r>
              <a:rPr lang="en-US" altLang="ko-KR" sz="1100" smtClean="0"/>
              <a:t>zrange {zset</a:t>
            </a:r>
            <a:r>
              <a:rPr lang="ko-KR" altLang="en-US" sz="1100" smtClean="0"/>
              <a:t>명</a:t>
            </a:r>
            <a:r>
              <a:rPr lang="en-US" altLang="ko-KR" sz="1100" smtClean="0"/>
              <a:t>} {</a:t>
            </a:r>
            <a:r>
              <a:rPr lang="ko-KR" altLang="en-US" sz="1100" smtClean="0"/>
              <a:t>시작번호</a:t>
            </a:r>
            <a:r>
              <a:rPr lang="en-US" altLang="ko-KR" sz="1100" smtClean="0"/>
              <a:t>} {</a:t>
            </a:r>
            <a:r>
              <a:rPr lang="ko-KR" altLang="en-US" sz="1100" smtClean="0"/>
              <a:t>끝 번호</a:t>
            </a:r>
            <a:r>
              <a:rPr lang="en-US" altLang="ko-KR" sz="1100" smtClean="0"/>
              <a:t>} </a:t>
            </a:r>
            <a:r>
              <a:rPr lang="en-US" altLang="ko-KR" sz="1100" smtClean="0">
                <a:sym typeface="Wingdings" panose="05000000000000000000" pitchFamily="2" charset="2"/>
              </a:rPr>
              <a:t>  zset </a:t>
            </a:r>
            <a:r>
              <a:rPr lang="ko-KR" altLang="en-US" sz="1100" smtClean="0">
                <a:sym typeface="Wingdings" panose="05000000000000000000" pitchFamily="2" charset="2"/>
              </a:rPr>
              <a:t>오름차순으로 </a:t>
            </a:r>
            <a:r>
              <a:rPr lang="en-US" altLang="ko-KR" sz="1100" smtClean="0">
                <a:sym typeface="Wingdings" panose="05000000000000000000" pitchFamily="2" charset="2"/>
              </a:rPr>
              <a:t>item </a:t>
            </a:r>
            <a:r>
              <a:rPr lang="ko-KR" altLang="en-US" sz="1100" smtClean="0">
                <a:sym typeface="Wingdings" panose="05000000000000000000" pitchFamily="2" charset="2"/>
              </a:rPr>
              <a:t>반환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r>
              <a:rPr lang="en-US" altLang="ko-KR" sz="1100" smtClean="0">
                <a:sym typeface="Wingdings" panose="05000000000000000000" pitchFamily="2" charset="2"/>
              </a:rPr>
              <a:t>zrevrange </a:t>
            </a:r>
            <a:r>
              <a:rPr lang="en-US" altLang="ko-KR" sz="1100"/>
              <a:t>{zset</a:t>
            </a:r>
            <a:r>
              <a:rPr lang="ko-KR" altLang="en-US" sz="1100"/>
              <a:t>명</a:t>
            </a:r>
            <a:r>
              <a:rPr lang="en-US" altLang="ko-KR" sz="1100"/>
              <a:t>} {</a:t>
            </a:r>
            <a:r>
              <a:rPr lang="ko-KR" altLang="en-US" sz="1100"/>
              <a:t>시작번호</a:t>
            </a:r>
            <a:r>
              <a:rPr lang="en-US" altLang="ko-KR" sz="1100"/>
              <a:t>} {</a:t>
            </a:r>
            <a:r>
              <a:rPr lang="ko-KR" altLang="en-US" sz="1100"/>
              <a:t>끝 번호</a:t>
            </a:r>
            <a:r>
              <a:rPr lang="en-US" altLang="ko-KR" sz="1100"/>
              <a:t>} </a:t>
            </a:r>
            <a:r>
              <a:rPr lang="en-US" altLang="ko-KR" sz="1100" smtClean="0"/>
              <a:t> </a:t>
            </a:r>
            <a:r>
              <a:rPr lang="en-US" altLang="ko-KR" sz="1100" smtClean="0">
                <a:sym typeface="Wingdings" panose="05000000000000000000" pitchFamily="2" charset="2"/>
              </a:rPr>
              <a:t> zset </a:t>
            </a:r>
            <a:r>
              <a:rPr lang="ko-KR" altLang="en-US" sz="1100" smtClean="0">
                <a:sym typeface="Wingdings" panose="05000000000000000000" pitchFamily="2" charset="2"/>
              </a:rPr>
              <a:t>내림차순으로 </a:t>
            </a:r>
            <a:r>
              <a:rPr lang="en-US" altLang="ko-KR" sz="1100" smtClean="0">
                <a:sym typeface="Wingdings" panose="05000000000000000000" pitchFamily="2" charset="2"/>
              </a:rPr>
              <a:t>item </a:t>
            </a:r>
            <a:r>
              <a:rPr lang="ko-KR" altLang="en-US" sz="1100" smtClean="0">
                <a:sym typeface="Wingdings" panose="05000000000000000000" pitchFamily="2" charset="2"/>
              </a:rPr>
              <a:t>반환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endParaRPr lang="en-US" altLang="ko-KR" sz="110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ko-KR" altLang="en-US" sz="1100" smtClean="0">
                <a:sym typeface="Wingdings" panose="05000000000000000000" pitchFamily="2" charset="2"/>
              </a:rPr>
              <a:t>데이터 순위 조회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r>
              <a:rPr lang="en-US" altLang="ko-KR" sz="1100" smtClean="0">
                <a:sym typeface="Wingdings" panose="05000000000000000000" pitchFamily="2" charset="2"/>
              </a:rPr>
              <a:t>zrank {zset</a:t>
            </a:r>
            <a:r>
              <a:rPr lang="ko-KR" altLang="en-US" sz="1100" smtClean="0">
                <a:sym typeface="Wingdings" panose="05000000000000000000" pitchFamily="2" charset="2"/>
              </a:rPr>
              <a:t>명</a:t>
            </a:r>
            <a:r>
              <a:rPr lang="en-US" altLang="ko-KR" sz="1100" smtClean="0">
                <a:sym typeface="Wingdings" panose="05000000000000000000" pitchFamily="2" charset="2"/>
              </a:rPr>
              <a:t>} {String}  zset </a:t>
            </a:r>
            <a:r>
              <a:rPr lang="ko-KR" altLang="en-US" sz="1100" smtClean="0">
                <a:sym typeface="Wingdings" panose="05000000000000000000" pitchFamily="2" charset="2"/>
              </a:rPr>
              <a:t>특정정보의 순위 </a:t>
            </a:r>
            <a:r>
              <a:rPr lang="en-US" altLang="ko-KR" sz="1100" smtClean="0">
                <a:sym typeface="Wingdings" panose="05000000000000000000" pitchFamily="2" charset="2"/>
              </a:rPr>
              <a:t>(</a:t>
            </a:r>
            <a:r>
              <a:rPr lang="ko-KR" altLang="en-US" sz="1100" smtClean="0">
                <a:sym typeface="Wingdings" panose="05000000000000000000" pitchFamily="2" charset="2"/>
              </a:rPr>
              <a:t>오름차순</a:t>
            </a:r>
            <a:r>
              <a:rPr lang="en-US" altLang="ko-KR" sz="1100" smtClean="0">
                <a:sym typeface="Wingdings" panose="05000000000000000000" pitchFamily="2" charset="2"/>
              </a:rPr>
              <a:t>)</a:t>
            </a:r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100" smtClean="0">
                <a:sym typeface="Wingdings" panose="05000000000000000000" pitchFamily="2" charset="2"/>
              </a:rPr>
              <a:t>zrevrank {zset</a:t>
            </a:r>
            <a:r>
              <a:rPr lang="ko-KR" altLang="en-US" sz="1100" smtClean="0">
                <a:sym typeface="Wingdings" panose="05000000000000000000" pitchFamily="2" charset="2"/>
              </a:rPr>
              <a:t>명</a:t>
            </a:r>
            <a:r>
              <a:rPr lang="en-US" altLang="ko-KR" sz="1100" smtClean="0">
                <a:sym typeface="Wingdings" panose="05000000000000000000" pitchFamily="2" charset="2"/>
              </a:rPr>
              <a:t>} {String}  </a:t>
            </a:r>
            <a:r>
              <a:rPr lang="en-US" altLang="ko-KR" sz="1100">
                <a:sym typeface="Wingdings" panose="05000000000000000000" pitchFamily="2" charset="2"/>
              </a:rPr>
              <a:t>set </a:t>
            </a:r>
            <a:r>
              <a:rPr lang="ko-KR" altLang="en-US" sz="1100">
                <a:sym typeface="Wingdings" panose="05000000000000000000" pitchFamily="2" charset="2"/>
              </a:rPr>
              <a:t>특정정보의 순위 </a:t>
            </a:r>
            <a:r>
              <a:rPr lang="ko-KR" altLang="en-US" sz="1100" smtClean="0">
                <a:sym typeface="Wingdings" panose="05000000000000000000" pitchFamily="2" charset="2"/>
              </a:rPr>
              <a:t> </a:t>
            </a:r>
            <a:r>
              <a:rPr lang="en-US" altLang="ko-KR" sz="1100" smtClean="0">
                <a:sym typeface="Wingdings" panose="05000000000000000000" pitchFamily="2" charset="2"/>
              </a:rPr>
              <a:t>(</a:t>
            </a:r>
            <a:r>
              <a:rPr lang="ko-KR" altLang="en-US" sz="1100" smtClean="0">
                <a:sym typeface="Wingdings" panose="05000000000000000000" pitchFamily="2" charset="2"/>
              </a:rPr>
              <a:t>내림차순</a:t>
            </a:r>
            <a:r>
              <a:rPr lang="en-US" altLang="ko-KR" sz="1100" smtClean="0">
                <a:sym typeface="Wingdings" panose="05000000000000000000" pitchFamily="2" charset="2"/>
              </a:rPr>
              <a:t>)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/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/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※ zset</a:t>
            </a:r>
            <a:r>
              <a:rPr lang="ko-KR" altLang="en-US" sz="1100" smtClean="0">
                <a:sym typeface="Wingdings" panose="05000000000000000000" pitchFamily="2" charset="2"/>
              </a:rPr>
              <a:t>은 같은 아이템일 경우 </a:t>
            </a:r>
            <a:r>
              <a:rPr lang="en-US" altLang="ko-KR" sz="1100" smtClean="0">
                <a:sym typeface="Wingdings" panose="05000000000000000000" pitchFamily="2" charset="2"/>
              </a:rPr>
              <a:t>score</a:t>
            </a:r>
            <a:r>
              <a:rPr lang="ko-KR" altLang="en-US" sz="1100" smtClean="0">
                <a:sym typeface="Wingdings" panose="05000000000000000000" pitchFamily="2" charset="2"/>
              </a:rPr>
              <a:t>가 높은 데이터로 업데이트 된다</a:t>
            </a:r>
            <a:r>
              <a:rPr lang="en-US" altLang="ko-KR" sz="1100" smtClean="0">
                <a:sym typeface="Wingdings" panose="05000000000000000000" pitchFamily="2" charset="2"/>
              </a:rPr>
              <a:t>.</a:t>
            </a:r>
          </a:p>
          <a:p>
            <a:endParaRPr lang="en-US" altLang="ko-KR" sz="1100" smtClean="0">
              <a:sym typeface="Wingdings" panose="05000000000000000000" pitchFamily="2" charset="2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39" y="1382377"/>
            <a:ext cx="3399261" cy="536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9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zset </a:t>
            </a:r>
            <a:r>
              <a:rPr lang="ko-KR" altLang="en-US" smtClean="0"/>
              <a:t>활용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55" y="1488325"/>
            <a:ext cx="4126184" cy="2626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8600" y="1488325"/>
            <a:ext cx="6553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실무에선</a:t>
            </a:r>
            <a:r>
              <a:rPr lang="en-US" altLang="ko-KR" sz="1200" smtClean="0"/>
              <a:t>...</a:t>
            </a:r>
          </a:p>
          <a:p>
            <a:r>
              <a:rPr lang="en-US" altLang="ko-KR" sz="1200" smtClean="0"/>
              <a:t/>
            </a:r>
            <a:br>
              <a:rPr lang="en-US" altLang="ko-KR" sz="1200" smtClean="0"/>
            </a:br>
            <a:r>
              <a:rPr lang="ko-KR" altLang="en-US" sz="1200" smtClean="0"/>
              <a:t>웹 서버 내 프로그램</a:t>
            </a:r>
            <a:r>
              <a:rPr lang="en-US" altLang="ko-KR" sz="1200" smtClean="0"/>
              <a:t>(SpringFrameWork, Django </a:t>
            </a:r>
            <a:r>
              <a:rPr lang="ko-KR" altLang="en-US" sz="1200" smtClean="0"/>
              <a:t>등</a:t>
            </a:r>
            <a:r>
              <a:rPr lang="en-US" altLang="ko-KR" sz="1200" smtClean="0"/>
              <a:t>) </a:t>
            </a:r>
            <a:r>
              <a:rPr lang="ko-KR" altLang="en-US" sz="1200" smtClean="0"/>
              <a:t>은 시간을 숫자 단위로 변환해주는 기능을 가지고 있는 라이브러리가 존재하며</a:t>
            </a:r>
            <a:r>
              <a:rPr lang="en-US" altLang="ko-KR" sz="1200" smtClean="0"/>
              <a:t>, </a:t>
            </a:r>
            <a:r>
              <a:rPr lang="ko-KR" altLang="en-US" sz="1200" smtClean="0"/>
              <a:t>해당 기능을 통해 숫자 단위로 변환 후</a:t>
            </a:r>
            <a:r>
              <a:rPr lang="en-US" altLang="ko-KR" sz="1200" smtClean="0"/>
              <a:t/>
            </a:r>
            <a:br>
              <a:rPr lang="en-US" altLang="ko-KR" sz="1200" smtClean="0"/>
            </a:br>
            <a:r>
              <a:rPr lang="en-US" altLang="ko-KR" sz="1200" smtClean="0"/>
              <a:t>Redis</a:t>
            </a:r>
            <a:r>
              <a:rPr lang="ko-KR" altLang="en-US" sz="1200" smtClean="0"/>
              <a:t>라이브러리를 통해 </a:t>
            </a:r>
            <a:r>
              <a:rPr lang="en-US" altLang="ko-KR" sz="1200" smtClean="0"/>
              <a:t>zset</a:t>
            </a:r>
            <a:r>
              <a:rPr lang="ko-KR" altLang="en-US" sz="1200" smtClean="0"/>
              <a:t>정보를 전달한다</a:t>
            </a:r>
            <a:r>
              <a:rPr lang="en-US" altLang="ko-KR" sz="1200" smtClean="0"/>
              <a:t>.</a:t>
            </a:r>
          </a:p>
          <a:p>
            <a:endParaRPr lang="en-US" altLang="ko-KR" sz="1200"/>
          </a:p>
          <a:p>
            <a:r>
              <a:rPr lang="ko-KR" altLang="en-US" sz="1200" smtClean="0">
                <a:sym typeface="Wingdings" panose="05000000000000000000" pitchFamily="2" charset="2"/>
              </a:rPr>
              <a:t>대기열을 구성할 시 </a:t>
            </a:r>
            <a:r>
              <a:rPr lang="en-US" altLang="ko-KR" sz="1200" smtClean="0">
                <a:sym typeface="Wingdings" panose="05000000000000000000" pitchFamily="2" charset="2"/>
              </a:rPr>
              <a:t>zrange</a:t>
            </a:r>
            <a:r>
              <a:rPr lang="ko-KR" altLang="en-US" sz="1200" smtClean="0">
                <a:sym typeface="Wingdings" panose="05000000000000000000" pitchFamily="2" charset="2"/>
              </a:rPr>
              <a:t>를 사용해서 구현하는것이 좋아보인다</a:t>
            </a:r>
            <a:r>
              <a:rPr lang="en-US" altLang="ko-KR" sz="1200" smtClean="0">
                <a:sym typeface="Wingdings" panose="05000000000000000000" pitchFamily="2" charset="2"/>
              </a:rPr>
              <a:t>.</a:t>
            </a:r>
            <a:br>
              <a:rPr lang="en-US" altLang="ko-KR" sz="1200" smtClean="0">
                <a:sym typeface="Wingdings" panose="05000000000000000000" pitchFamily="2" charset="2"/>
              </a:rPr>
            </a:br>
            <a:r>
              <a:rPr lang="en-US" altLang="ko-KR" sz="1200" smtClean="0">
                <a:sym typeface="Wingdings" panose="05000000000000000000" pitchFamily="2" charset="2"/>
              </a:rPr>
              <a:t> </a:t>
            </a:r>
            <a:r>
              <a:rPr lang="ko-KR" altLang="en-US" sz="1200" smtClean="0">
                <a:sym typeface="Wingdings" panose="05000000000000000000" pitchFamily="2" charset="2"/>
              </a:rPr>
              <a:t>재접속시 높은</a:t>
            </a:r>
            <a:r>
              <a:rPr lang="en-US" altLang="ko-KR" sz="1200" smtClean="0">
                <a:sym typeface="Wingdings" panose="05000000000000000000" pitchFamily="2" charset="2"/>
              </a:rPr>
              <a:t>score </a:t>
            </a:r>
            <a:r>
              <a:rPr lang="ko-KR" altLang="en-US" sz="1200" smtClean="0">
                <a:sym typeface="Wingdings" panose="05000000000000000000" pitchFamily="2" charset="2"/>
              </a:rPr>
              <a:t>순으로 덮어쓰여지므로</a:t>
            </a:r>
            <a:r>
              <a:rPr lang="en-US" altLang="ko-KR" sz="1200" smtClean="0">
                <a:sym typeface="Wingdings" panose="05000000000000000000" pitchFamily="2" charset="2"/>
              </a:rPr>
              <a:t>.</a:t>
            </a: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ko-KR" altLang="en-US" sz="1200" smtClean="0"/>
              <a:t>활용 분야</a:t>
            </a:r>
            <a:r>
              <a:rPr lang="en-US" altLang="ko-KR" sz="1200" smtClean="0"/>
              <a:t>.</a:t>
            </a:r>
            <a:br>
              <a:rPr lang="en-US" altLang="ko-KR" sz="1200" smtClean="0"/>
            </a:br>
            <a:r>
              <a:rPr lang="ko-KR" altLang="en-US" sz="1200" smtClean="0"/>
              <a:t>최근 본 상품</a:t>
            </a:r>
            <a:r>
              <a:rPr lang="en-US" altLang="ko-KR" sz="1200" smtClean="0"/>
              <a:t>, </a:t>
            </a:r>
            <a:r>
              <a:rPr lang="ko-KR" altLang="en-US" sz="1200" smtClean="0"/>
              <a:t>실 시간 </a:t>
            </a:r>
            <a:r>
              <a:rPr lang="en-US" altLang="ko-KR" sz="1200" smtClean="0"/>
              <a:t>(</a:t>
            </a:r>
            <a:r>
              <a:rPr lang="ko-KR" altLang="en-US" sz="1200" smtClean="0"/>
              <a:t>주식</a:t>
            </a:r>
            <a:r>
              <a:rPr lang="en-US" altLang="ko-KR" sz="1200" smtClean="0"/>
              <a:t>, </a:t>
            </a:r>
            <a:r>
              <a:rPr lang="ko-KR" altLang="en-US" sz="1200" smtClean="0"/>
              <a:t>코인</a:t>
            </a:r>
            <a:r>
              <a:rPr lang="en-US" altLang="ko-KR" sz="1200" smtClean="0"/>
              <a:t>)</a:t>
            </a:r>
            <a:r>
              <a:rPr lang="ko-KR" altLang="en-US" sz="1200" smtClean="0"/>
              <a:t>등 시세</a:t>
            </a:r>
            <a:r>
              <a:rPr lang="en-US" altLang="ko-KR" sz="1200" smtClean="0"/>
              <a:t>,  </a:t>
            </a:r>
            <a:r>
              <a:rPr lang="ko-KR" altLang="en-US" sz="1200" smtClean="0"/>
              <a:t>대기열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551654983"/>
      </p:ext>
    </p:extLst>
  </p:cSld>
  <p:clrMapOvr>
    <a:masterClrMapping/>
  </p:clrMapOvr>
</p:sld>
</file>

<file path=ppt/theme/theme1.xml><?xml version="1.0" encoding="utf-8"?>
<a:theme xmlns:a="http://schemas.openxmlformats.org/drawingml/2006/main" name="줄기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</TotalTime>
  <Words>113</Words>
  <Application>Microsoft Office PowerPoint</Application>
  <PresentationFormat>와이드스크린</PresentationFormat>
  <Paragraphs>21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HY중고딕</vt:lpstr>
      <vt:lpstr>Arial</vt:lpstr>
      <vt:lpstr>Century Gothic</vt:lpstr>
      <vt:lpstr>Wingdings</vt:lpstr>
      <vt:lpstr>Wingdings 3</vt:lpstr>
      <vt:lpstr>줄기</vt:lpstr>
      <vt:lpstr>ZSet</vt:lpstr>
      <vt:lpstr>zset 명령어 정리</vt:lpstr>
      <vt:lpstr>zset 활용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ZSet</dc:title>
  <dc:creator>Microsoft 계정</dc:creator>
  <cp:lastModifiedBy>Microsoft 계정</cp:lastModifiedBy>
  <cp:revision>10</cp:revision>
  <dcterms:created xsi:type="dcterms:W3CDTF">2026-01-30T00:05:44Z</dcterms:created>
  <dcterms:modified xsi:type="dcterms:W3CDTF">2026-01-30T00:50:40Z</dcterms:modified>
</cp:coreProperties>
</file>