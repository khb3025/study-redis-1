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CCC2932-7353-4B7E-A8E2-15910F0EE060}">
          <p14:sldIdLst>
            <p14:sldId id="256"/>
            <p14:sldId id="257"/>
          </p14:sldIdLst>
        </p14:section>
        <p14:section name="캐싱에 주로 사용되는 전략" id="{C454B42E-10A7-40DC-8397-D16256157EAC}">
          <p14:sldIdLst>
            <p14:sldId id="258"/>
            <p14:sldId id="259"/>
          </p14:sldIdLst>
        </p14:section>
        <p14:section name="CacheAside, Write Around의 한계점" id="{52E735C2-E8A0-4E09-80F2-1672A3B03F31}">
          <p14:sldIdLst>
            <p14:sldId id="260"/>
          </p14:sldIdLst>
        </p14:section>
        <p14:section name="Redis 캐싱을 도입하기전에 고려사항" id="{45939E21-A3AA-4CF2-BBFA-B6732C43BB4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46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636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71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52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47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83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0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2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53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66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560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6BC6B9-A3B3-4E07-8B9A-356D021DDB1A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BFD74D8-968D-471A-9D91-235F965910A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15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35981-277C-E49A-091C-E97A88D5D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캐싱 전략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7673CF-68DD-1D20-3D96-C68963195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14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E2F267-FA8B-643F-E91E-A925D30B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Cache</a:t>
            </a:r>
            <a:r>
              <a:rPr lang="ko-KR" altLang="en-US"/>
              <a:t>와 </a:t>
            </a:r>
            <a:r>
              <a:rPr lang="en-US" altLang="ko-KR"/>
              <a:t>Caching</a:t>
            </a:r>
            <a:r>
              <a:rPr lang="ko-KR" altLang="en-US"/>
              <a:t>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AB8BE-E465-1EB0-CB8D-6E92B16BD30F}"/>
              </a:ext>
            </a:extLst>
          </p:cNvPr>
          <p:cNvSpPr txBox="1"/>
          <p:nvPr/>
        </p:nvSpPr>
        <p:spPr>
          <a:xfrm>
            <a:off x="1209964" y="1884218"/>
            <a:ext cx="9945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캐시 </a:t>
            </a:r>
            <a:r>
              <a:rPr lang="en-US" altLang="ko-KR"/>
              <a:t>: </a:t>
            </a:r>
            <a:r>
              <a:rPr lang="ko-KR" altLang="en-US"/>
              <a:t>원본저장소보다 더 빠르게 가져올 수 있는 임시 저장소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캐싱 </a:t>
            </a:r>
            <a:r>
              <a:rPr lang="en-US" altLang="ko-KR"/>
              <a:t>: </a:t>
            </a:r>
            <a:r>
              <a:rPr lang="ko-KR" altLang="en-US"/>
              <a:t>임시 저장소에 저장된 데이터를 빠르게 가져오는 방식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3F4172-927E-10A1-9333-A44CFC02C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85" y="3112839"/>
            <a:ext cx="4730190" cy="345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6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7040-78A9-A000-0A3B-CA46D729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읽기 전략</a:t>
            </a:r>
            <a:r>
              <a:rPr lang="en-US" altLang="ko-KR"/>
              <a:t>(Cache Aside)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342C81-2AC1-0042-0024-90730C7B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1891"/>
            <a:ext cx="7833944" cy="3779108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BE662FB-67F8-48D8-6491-6C82AE8CD427}"/>
              </a:ext>
            </a:extLst>
          </p:cNvPr>
          <p:cNvCxnSpPr/>
          <p:nvPr/>
        </p:nvCxnSpPr>
        <p:spPr>
          <a:xfrm>
            <a:off x="9356436" y="2844800"/>
            <a:ext cx="0" cy="2484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7520CC-B1A3-43A6-B9A1-31C1A2643A74}"/>
              </a:ext>
            </a:extLst>
          </p:cNvPr>
          <p:cNvSpPr txBox="1"/>
          <p:nvPr/>
        </p:nvSpPr>
        <p:spPr>
          <a:xfrm>
            <a:off x="9531927" y="3011055"/>
            <a:ext cx="24199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※ Cache Aside</a:t>
            </a:r>
            <a:r>
              <a:rPr lang="ko-KR" altLang="en-US" sz="1100"/>
              <a:t>는 조회 전략이다</a:t>
            </a:r>
            <a:endParaRPr lang="en-US" altLang="ko-KR" sz="1100"/>
          </a:p>
          <a:p>
            <a:r>
              <a:rPr lang="en-US" altLang="ko-KR" sz="1100"/>
              <a:t>※ Cache Aside </a:t>
            </a:r>
            <a:r>
              <a:rPr lang="ko-KR" altLang="en-US" sz="1100"/>
              <a:t>순서를 알아두자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1. </a:t>
            </a:r>
            <a:r>
              <a:rPr lang="ko-KR" altLang="en-US" sz="1100"/>
              <a:t>사용자가 게시글에 대한 정보 조회</a:t>
            </a:r>
            <a:endParaRPr lang="en-US" altLang="ko-KR" sz="1100"/>
          </a:p>
          <a:p>
            <a:r>
              <a:rPr lang="en-US" altLang="ko-KR" sz="1100"/>
              <a:t>2. Redis</a:t>
            </a:r>
            <a:r>
              <a:rPr lang="ko-KR" altLang="en-US" sz="1100"/>
              <a:t>에 저장되어있는 캐시정보가 없음으로 </a:t>
            </a:r>
            <a:r>
              <a:rPr lang="en-US" altLang="ko-KR" sz="1100"/>
              <a:t>DB</a:t>
            </a:r>
            <a:r>
              <a:rPr lang="ko-KR" altLang="en-US" sz="1100"/>
              <a:t>에 데이터를 조회해옴</a:t>
            </a:r>
            <a:endParaRPr lang="en-US" altLang="ko-KR" sz="1100"/>
          </a:p>
          <a:p>
            <a:r>
              <a:rPr lang="en-US" altLang="ko-KR" sz="1100"/>
              <a:t>3. </a:t>
            </a:r>
            <a:r>
              <a:rPr lang="ko-KR" altLang="en-US" sz="1100"/>
              <a:t>조회해온 데이터를 </a:t>
            </a:r>
            <a:r>
              <a:rPr lang="en-US" altLang="ko-KR" sz="1100"/>
              <a:t>Redis</a:t>
            </a:r>
            <a:r>
              <a:rPr lang="ko-KR" altLang="en-US" sz="1100"/>
              <a:t>에 캐시로써 저장</a:t>
            </a:r>
            <a:endParaRPr lang="en-US" altLang="ko-KR" sz="1100"/>
          </a:p>
          <a:p>
            <a:r>
              <a:rPr lang="en-US" altLang="ko-KR" sz="1100"/>
              <a:t>4. </a:t>
            </a:r>
            <a:r>
              <a:rPr lang="ko-KR" altLang="en-US" sz="1100"/>
              <a:t>두 번 째 같은 요청에 대한 조회 요청 시 캐시에 존재</a:t>
            </a:r>
            <a:r>
              <a:rPr lang="en-US" altLang="ko-KR" sz="1100"/>
              <a:t>. (</a:t>
            </a:r>
            <a:r>
              <a:rPr lang="ko-KR" altLang="en-US" sz="1100"/>
              <a:t>캐시 </a:t>
            </a:r>
            <a:r>
              <a:rPr lang="en-US" altLang="ko-KR" sz="1100"/>
              <a:t>hit)</a:t>
            </a:r>
          </a:p>
          <a:p>
            <a:r>
              <a:rPr lang="en-US" altLang="ko-KR" sz="1100"/>
              <a:t>5. </a:t>
            </a:r>
            <a:r>
              <a:rPr lang="ko-KR" altLang="en-US" sz="1100"/>
              <a:t>캐시에 저장된 결과를 반환</a:t>
            </a:r>
            <a:endParaRPr lang="en-US" altLang="ko-KR" sz="1100"/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009843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96901-3675-12B0-162D-881E2D8C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쓰기 전략</a:t>
            </a:r>
            <a:r>
              <a:rPr lang="en-US" altLang="ko-KR"/>
              <a:t>(Write Around)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FEA67D-4670-23D3-C619-ED5BB176D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09" y="1996789"/>
            <a:ext cx="6840601" cy="4574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3B0F86-8AED-0783-3102-08A48FC9123C}"/>
              </a:ext>
            </a:extLst>
          </p:cNvPr>
          <p:cNvSpPr txBox="1"/>
          <p:nvPr/>
        </p:nvSpPr>
        <p:spPr>
          <a:xfrm>
            <a:off x="9411855" y="2004291"/>
            <a:ext cx="2623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※ Write Around </a:t>
            </a:r>
            <a:r>
              <a:rPr lang="ko-KR" altLang="en-US" sz="1200"/>
              <a:t>전략 쓰기 전략이다</a:t>
            </a:r>
            <a:endParaRPr lang="en-US" altLang="ko-KR" sz="1200"/>
          </a:p>
          <a:p>
            <a:r>
              <a:rPr lang="en-US" altLang="ko-KR" sz="1200"/>
              <a:t>※ </a:t>
            </a:r>
            <a:r>
              <a:rPr lang="ko-KR" altLang="en-US" sz="1200"/>
              <a:t>기존 </a:t>
            </a:r>
            <a:r>
              <a:rPr lang="en-US" altLang="ko-KR" sz="1200"/>
              <a:t>DB</a:t>
            </a:r>
            <a:r>
              <a:rPr lang="ko-KR" altLang="en-US" sz="1200"/>
              <a:t>에 저장하는 방식대로</a:t>
            </a:r>
            <a:br>
              <a:rPr lang="en-US" altLang="ko-KR" sz="1200"/>
            </a:br>
            <a:r>
              <a:rPr lang="en-US" altLang="ko-KR" sz="1200"/>
              <a:t>     </a:t>
            </a:r>
            <a:r>
              <a:rPr lang="ko-KR" altLang="en-US" sz="1200"/>
              <a:t>데이터를 저장하는 방식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(</a:t>
            </a:r>
            <a:r>
              <a:rPr lang="ko-KR" altLang="en-US" sz="1200"/>
              <a:t>가장 많이 사용</a:t>
            </a:r>
            <a:r>
              <a:rPr lang="en-US" altLang="ko-KR" sz="1200"/>
              <a:t>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( </a:t>
            </a:r>
            <a:r>
              <a:rPr lang="ko-KR" altLang="en-US" sz="1200">
                <a:sym typeface="Wingdings" panose="05000000000000000000" pitchFamily="2" charset="2"/>
              </a:rPr>
              <a:t>레디스에도 쓰고 </a:t>
            </a:r>
            <a:r>
              <a:rPr lang="en-US" altLang="ko-KR" sz="1200">
                <a:sym typeface="Wingdings" panose="05000000000000000000" pitchFamily="2" charset="2"/>
              </a:rPr>
              <a:t>DB</a:t>
            </a:r>
            <a:r>
              <a:rPr lang="ko-KR" altLang="en-US" sz="1200">
                <a:sym typeface="Wingdings" panose="05000000000000000000" pitchFamily="2" charset="2"/>
              </a:rPr>
              <a:t>에도 쓰는 쓰기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</a:t>
            </a:r>
            <a:r>
              <a:rPr lang="ko-KR" altLang="en-US" sz="1200">
                <a:sym typeface="Wingdings" panose="05000000000000000000" pitchFamily="2" charset="2"/>
              </a:rPr>
              <a:t>전략 방식도 존재한다는 것만 알기</a:t>
            </a:r>
            <a:r>
              <a:rPr lang="en-US" altLang="ko-KR" sz="1200">
                <a:sym typeface="Wingdings" panose="05000000000000000000" pitchFamily="2" charset="2"/>
              </a:rPr>
              <a:t>) 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862860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74916-A015-AD86-A2A5-941DFA16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CacheAside</a:t>
            </a:r>
            <a:r>
              <a:rPr lang="ko-KR" altLang="en-US" sz="4000"/>
              <a:t>와 </a:t>
            </a:r>
            <a:r>
              <a:rPr lang="en-US" altLang="ko-KR" sz="4000"/>
              <a:t>WriteAround</a:t>
            </a:r>
            <a:r>
              <a:rPr lang="ko-KR" altLang="en-US" sz="4000"/>
              <a:t>의 한계점 이해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3F74C0-92C7-7FF2-61F7-4BBBC441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2229"/>
            <a:ext cx="6216406" cy="5005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658CCA-570A-5735-6347-7A83AE82ADD3}"/>
              </a:ext>
            </a:extLst>
          </p:cNvPr>
          <p:cNvSpPr txBox="1"/>
          <p:nvPr/>
        </p:nvSpPr>
        <p:spPr>
          <a:xfrm>
            <a:off x="7490691" y="1838036"/>
            <a:ext cx="4461164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>
                <a:solidFill>
                  <a:srgbClr val="FF0000"/>
                </a:solidFill>
              </a:rPr>
              <a:t>한계점 시나리오</a:t>
            </a:r>
            <a:endParaRPr lang="en-US" altLang="ko-KR" sz="1100" b="1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100"/>
              <a:t>조회해온 데이터가 </a:t>
            </a:r>
            <a:r>
              <a:rPr lang="en-US" altLang="ko-KR" sz="1100"/>
              <a:t>Redis</a:t>
            </a:r>
            <a:r>
              <a:rPr lang="ko-KR" altLang="en-US" sz="1100"/>
              <a:t>에 저장 </a:t>
            </a:r>
            <a:endParaRPr lang="en-US" altLang="ko-KR" sz="1100"/>
          </a:p>
          <a:p>
            <a:pPr marL="342900" indent="-342900">
              <a:buAutoNum type="arabicPeriod"/>
            </a:pPr>
            <a:r>
              <a:rPr lang="ko-KR" altLang="en-US" sz="1100"/>
              <a:t>쓰기로 조회해온 데이터의 변경이 이루어짐</a:t>
            </a:r>
            <a:r>
              <a:rPr lang="en-US" altLang="ko-KR" sz="1100"/>
              <a:t>.</a:t>
            </a:r>
          </a:p>
          <a:p>
            <a:pPr marL="342900" indent="-342900">
              <a:buAutoNum type="arabicPeriod"/>
            </a:pPr>
            <a:r>
              <a:rPr lang="ko-KR" altLang="en-US" sz="1100"/>
              <a:t>서버로 재조회 정보 요청 시 캐시에 저장되어있음으로</a:t>
            </a:r>
            <a:r>
              <a:rPr lang="en-US" altLang="ko-KR" sz="1100"/>
              <a:t> </a:t>
            </a:r>
            <a:r>
              <a:rPr lang="ko-KR" altLang="en-US" sz="1100"/>
              <a:t>변경된 </a:t>
            </a:r>
            <a:r>
              <a:rPr lang="en-US" altLang="ko-KR" sz="1100"/>
              <a:t>DB</a:t>
            </a:r>
            <a:r>
              <a:rPr lang="ko-KR" altLang="en-US" sz="1100"/>
              <a:t>정보가 아닌 캐시에 저장된 정보 반환</a:t>
            </a:r>
            <a:endParaRPr lang="en-US" altLang="ko-KR" sz="1100"/>
          </a:p>
          <a:p>
            <a:pPr marL="342900" indent="-342900">
              <a:buAutoNum type="arabicPeriod"/>
            </a:pPr>
            <a:r>
              <a:rPr lang="ko-KR" altLang="en-US" sz="1100"/>
              <a:t>저장된 정보와 조회해온 데이터가 일치하지 않음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 b="1">
                <a:solidFill>
                  <a:srgbClr val="FF0000"/>
                </a:solidFill>
              </a:rPr>
              <a:t>캐싱 전략의 한계점을 대처하는 방법</a:t>
            </a:r>
            <a:br>
              <a:rPr lang="en-US" altLang="ko-KR" sz="1100" b="1">
                <a:solidFill>
                  <a:srgbClr val="FF0000"/>
                </a:solidFill>
              </a:rPr>
            </a:br>
            <a:endParaRPr lang="en-US" altLang="ko-KR" sz="1100" b="1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100" b="1"/>
              <a:t>캐시를 도입함으로써 발생하는 문제로써의 </a:t>
            </a:r>
            <a:r>
              <a:rPr lang="en-US" altLang="ko-KR" sz="1100" b="1"/>
              <a:t>Trade</a:t>
            </a:r>
            <a:r>
              <a:rPr lang="ko-KR" altLang="en-US" sz="1100" b="1"/>
              <a:t> </a:t>
            </a:r>
            <a:r>
              <a:rPr lang="en-US" altLang="ko-KR" sz="1100" b="1"/>
              <a:t>Off</a:t>
            </a:r>
            <a:r>
              <a:rPr lang="ko-KR" altLang="en-US" sz="1100" b="1"/>
              <a:t> 임을 인정하고 다음 특성들을 가지는 데이터들만 캐싱을 적용시킨다</a:t>
            </a:r>
            <a:r>
              <a:rPr lang="en-US" altLang="ko-KR" sz="1100" b="1"/>
              <a:t>.</a:t>
            </a:r>
            <a:br>
              <a:rPr lang="en-US" altLang="ko-KR" sz="1100"/>
            </a:br>
            <a:r>
              <a:rPr lang="en-US" altLang="ko-KR" sz="1100"/>
              <a:t>    </a:t>
            </a:r>
            <a:br>
              <a:rPr lang="en-US" altLang="ko-KR" sz="1100"/>
            </a:br>
            <a:r>
              <a:rPr lang="en-US" altLang="ko-KR" sz="1100"/>
              <a:t>- </a:t>
            </a:r>
            <a:r>
              <a:rPr lang="ko-KR" altLang="en-US" sz="1100"/>
              <a:t>조회가 자주일어 나는 데이터 조회 요청</a:t>
            </a:r>
            <a:br>
              <a:rPr lang="en-US" altLang="ko-KR" sz="1100"/>
            </a:br>
            <a:r>
              <a:rPr lang="en-US" altLang="ko-KR" sz="1100"/>
              <a:t>- </a:t>
            </a:r>
            <a:r>
              <a:rPr lang="ko-KR" altLang="en-US" sz="1100"/>
              <a:t>데이터가 잘 변하지 않고 아주 가끔 변경되는 데이터</a:t>
            </a:r>
            <a:endParaRPr lang="en-US" altLang="ko-KR" sz="1100"/>
          </a:p>
          <a:p>
            <a:pPr marL="228600" indent="-228600">
              <a:buAutoNum type="arabicPeriod"/>
            </a:pPr>
            <a:endParaRPr lang="en-US" altLang="ko-KR" sz="1100"/>
          </a:p>
          <a:p>
            <a:pPr marL="228600" indent="-228600">
              <a:buAutoNum type="arabicPeriod"/>
            </a:pPr>
            <a:r>
              <a:rPr lang="en-US" altLang="ko-KR" sz="1100" b="1"/>
              <a:t>TTL</a:t>
            </a:r>
            <a:r>
              <a:rPr lang="ko-KR" altLang="en-US" sz="1100" b="1"/>
              <a:t>을 적용한다</a:t>
            </a:r>
            <a:r>
              <a:rPr lang="en-US" altLang="ko-KR" sz="1100" b="1"/>
              <a:t>.</a:t>
            </a:r>
            <a:br>
              <a:rPr lang="en-US" altLang="ko-KR" sz="1100"/>
            </a:br>
            <a:r>
              <a:rPr lang="en-US" altLang="ko-KR" sz="1100"/>
              <a:t>- TTL </a:t>
            </a:r>
            <a:r>
              <a:rPr lang="ko-KR" altLang="en-US" sz="1100"/>
              <a:t>특성 상</a:t>
            </a:r>
            <a:r>
              <a:rPr lang="en-US" altLang="ko-KR" sz="1100"/>
              <a:t>.</a:t>
            </a:r>
            <a:r>
              <a:rPr lang="ko-KR" altLang="en-US" sz="1100"/>
              <a:t> 자주 조회되는 정보와 가끔 조회되는 정보를 기억하는 역할을 한다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- </a:t>
            </a:r>
            <a:r>
              <a:rPr lang="ko-KR" altLang="en-US" sz="1100"/>
              <a:t>자주 조회되는 정보는 </a:t>
            </a:r>
            <a:r>
              <a:rPr lang="en-US" altLang="ko-KR" sz="1100"/>
              <a:t>TTL</a:t>
            </a:r>
            <a:r>
              <a:rPr lang="ko-KR" altLang="en-US" sz="1100"/>
              <a:t>을 갱신함으로써 캐시에 계속 남아있게 되고</a:t>
            </a:r>
            <a:r>
              <a:rPr lang="en-US" altLang="ko-KR" sz="1100"/>
              <a:t>, </a:t>
            </a:r>
            <a:r>
              <a:rPr lang="ko-KR" altLang="en-US" sz="1100"/>
              <a:t>자주 조회되지 않는 정보는 </a:t>
            </a:r>
            <a:r>
              <a:rPr lang="en-US" altLang="ko-KR" sz="1100"/>
              <a:t>TTL </a:t>
            </a:r>
            <a:r>
              <a:rPr lang="ko-KR" altLang="en-US" sz="1100"/>
              <a:t>만료시 자동적으로 사라지게 된다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-</a:t>
            </a:r>
            <a:r>
              <a:rPr lang="ko-KR" altLang="en-US" sz="1100"/>
              <a:t> </a:t>
            </a:r>
            <a:r>
              <a:rPr lang="en-US" altLang="ko-KR" sz="1100"/>
              <a:t>TTL</a:t>
            </a:r>
            <a:r>
              <a:rPr lang="ko-KR" altLang="en-US" sz="1100"/>
              <a:t> 만료시 </a:t>
            </a:r>
            <a:r>
              <a:rPr lang="en-US" altLang="ko-KR" sz="1100"/>
              <a:t>DB </a:t>
            </a:r>
            <a:r>
              <a:rPr lang="ko-KR" altLang="en-US" sz="1100"/>
              <a:t>조회를 하게 됨으로써</a:t>
            </a:r>
            <a:r>
              <a:rPr lang="en-US" altLang="ko-KR" sz="1100"/>
              <a:t>, </a:t>
            </a:r>
            <a:r>
              <a:rPr lang="ko-KR" altLang="en-US" sz="1100"/>
              <a:t>캐시에서만 조회정보가 반환되는 일을 방지한다</a:t>
            </a:r>
            <a:r>
              <a:rPr lang="en-US" altLang="ko-KR" sz="11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353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1F4DB-1432-6C3F-8DF0-7CFE3E11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Redis </a:t>
            </a:r>
            <a:r>
              <a:rPr lang="ko-KR" altLang="en-US" sz="3600"/>
              <a:t>캐싱을 도입하기 전에 확인해보아야할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9866C-7909-61A4-8E27-E1F406EBA4A1}"/>
              </a:ext>
            </a:extLst>
          </p:cNvPr>
          <p:cNvSpPr txBox="1"/>
          <p:nvPr/>
        </p:nvSpPr>
        <p:spPr>
          <a:xfrm>
            <a:off x="1209964" y="1948873"/>
            <a:ext cx="99457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SQL </a:t>
            </a:r>
            <a:r>
              <a:rPr lang="ko-KR" altLang="en-US" b="1"/>
              <a:t>튜닝을 가장 먼저 고려하고 확인해야한다</a:t>
            </a:r>
            <a:r>
              <a:rPr lang="en-US" altLang="ko-KR" b="1"/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en-US" altLang="ko-KR" sz="1400"/>
              <a:t>Redis </a:t>
            </a:r>
            <a:r>
              <a:rPr lang="ko-KR" altLang="en-US" sz="1400"/>
              <a:t>서버를 구성하는것은 비용적</a:t>
            </a:r>
            <a:r>
              <a:rPr lang="en-US" altLang="ko-KR" sz="1400"/>
              <a:t>, </a:t>
            </a:r>
            <a:r>
              <a:rPr lang="ko-KR" altLang="en-US" sz="1400"/>
              <a:t>시간적 추가비용이 발생한다</a:t>
            </a:r>
            <a:r>
              <a:rPr lang="en-US" altLang="ko-KR" sz="1400"/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대부분의 조회성능에 대한 이슈는 </a:t>
            </a:r>
            <a:r>
              <a:rPr lang="en-US" altLang="ko-KR" sz="1400"/>
              <a:t>SQL </a:t>
            </a:r>
            <a:r>
              <a:rPr lang="ko-KR" altLang="en-US" sz="1400"/>
              <a:t>성능 튜닝에 의해 해결되는 경우가 많다</a:t>
            </a:r>
            <a:r>
              <a:rPr lang="en-US" altLang="ko-KR" sz="1400"/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en-US" altLang="ko-KR" sz="1400"/>
              <a:t>SQL </a:t>
            </a:r>
            <a:r>
              <a:rPr lang="ko-KR" altLang="en-US" sz="1400"/>
              <a:t>튜닝을 하는 것이 가장 성능 개선에 대한 체감을 느낄수 있는 방식이며</a:t>
            </a:r>
            <a:r>
              <a:rPr lang="en-US" altLang="ko-KR" sz="1400"/>
              <a:t>, </a:t>
            </a:r>
            <a:r>
              <a:rPr lang="ko-KR" altLang="en-US" sz="1400"/>
              <a:t>비용이 저렴하다</a:t>
            </a:r>
            <a:r>
              <a:rPr lang="en-US" altLang="ko-KR" sz="140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7150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</TotalTime>
  <Words>330</Words>
  <Application>Microsoft Office PowerPoint</Application>
  <PresentationFormat>와이드스크린</PresentationFormat>
  <Paragraphs>39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Wingdings</vt:lpstr>
      <vt:lpstr>추억</vt:lpstr>
      <vt:lpstr>Redis 캐싱 전략</vt:lpstr>
      <vt:lpstr>Cache와 Caching란? </vt:lpstr>
      <vt:lpstr>읽기 전략(Cache Aside)</vt:lpstr>
      <vt:lpstr>쓰기 전략(Write Around)</vt:lpstr>
      <vt:lpstr>CacheAside와 WriteAround의 한계점 이해</vt:lpstr>
      <vt:lpstr>Redis 캐싱을 도입하기 전에 확인해보아야할 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13</cp:revision>
  <dcterms:created xsi:type="dcterms:W3CDTF">2026-08-24T09:06:30Z</dcterms:created>
  <dcterms:modified xsi:type="dcterms:W3CDTF">2026-08-24T09:47:47Z</dcterms:modified>
</cp:coreProperties>
</file>