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AA1AB6D-EC91-41C0-B8D3-82C905AB51E7}">
          <p14:sldIdLst>
            <p14:sldId id="256"/>
          </p14:sldIdLst>
        </p14:section>
        <p14:section name="게시글 애플리케이션 작성" id="{D5EB2DE2-FBE1-42FA-8F4F-4FD48752479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2069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902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0031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04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8560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52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3932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1110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224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005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100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922853D-96C8-4D55-8417-23EB18CE17AF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5B412FE-1C00-454F-A670-F11A75BF8E4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3802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70679-628E-E430-A299-C62435C32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000"/>
              <a:t>로컬 환경 </a:t>
            </a:r>
            <a:r>
              <a:rPr lang="en-US" altLang="ko-KR" sz="6000"/>
              <a:t>SpringBoot+Redis</a:t>
            </a:r>
            <a:endParaRPr lang="ko-KR" altLang="en-US" sz="600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92A0A3B-6D3D-E312-D245-DF71F25E37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2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052A21-8985-AB5C-E634-670201B8A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Spring Boot Application </a:t>
            </a:r>
            <a:r>
              <a:rPr lang="ko-KR" altLang="en-US"/>
              <a:t>생성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C1F17E7-23AB-D894-1F19-57774350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745" y="1994159"/>
            <a:ext cx="8682182" cy="40107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6567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5421EE-8A03-4FD1-754F-C77DE93BD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</a:t>
            </a:r>
            <a:r>
              <a:rPr lang="ko-KR" altLang="en-US"/>
              <a:t>생성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D8CBC-F283-A1AC-E49D-CEBC793D284F}"/>
              </a:ext>
            </a:extLst>
          </p:cNvPr>
          <p:cNvSpPr txBox="1"/>
          <p:nvPr/>
        </p:nvSpPr>
        <p:spPr>
          <a:xfrm>
            <a:off x="1191491" y="1861327"/>
            <a:ext cx="1016923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윈도우</a:t>
            </a:r>
            <a:endParaRPr lang="en-US" altLang="ko-KR"/>
          </a:p>
          <a:p>
            <a:r>
              <a:rPr lang="en-US" altLang="ko-KR"/>
              <a:t>docker run -d -p3323:3306 --name redis-1-mysqldb ^ </a:t>
            </a:r>
          </a:p>
          <a:p>
            <a:r>
              <a:rPr lang="en-US" altLang="ko-KR"/>
              <a:t>		   -e MYSQL_ROOT_PASSWORD=password ^</a:t>
            </a:r>
          </a:p>
          <a:p>
            <a:r>
              <a:rPr lang="en-US" altLang="ko-KR"/>
              <a:t>		   -e MYSQL_DATABASE=redis-1-db ^</a:t>
            </a:r>
          </a:p>
          <a:p>
            <a:r>
              <a:rPr lang="en-US" altLang="ko-KR"/>
              <a:t>		   -e MYSQL_USER=redis ^</a:t>
            </a:r>
          </a:p>
          <a:p>
            <a:r>
              <a:rPr lang="en-US" altLang="ko-KR"/>
              <a:t>		   -e MYSQL_PASSWORD=password mysql:latest</a:t>
            </a:r>
          </a:p>
          <a:p>
            <a:endParaRPr lang="en-US" altLang="ko-KR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리눅스 </a:t>
            </a:r>
            <a:endParaRPr lang="en-US" altLang="ko-KR"/>
          </a:p>
          <a:p>
            <a:r>
              <a:rPr lang="ko-KR" altLang="en-US"/>
              <a:t>docker run -d -p3323:3306 --name redis-1-mysqldb </a:t>
            </a:r>
            <a:r>
              <a:rPr lang="en-US" altLang="ko-KR"/>
              <a:t>\</a:t>
            </a:r>
          </a:p>
          <a:p>
            <a:r>
              <a:rPr lang="en-US" altLang="ko-KR"/>
              <a:t>		   </a:t>
            </a:r>
            <a:r>
              <a:rPr lang="ko-KR" altLang="en-US"/>
              <a:t>-e MYSQL_ROOT_PASSWORD=password </a:t>
            </a:r>
            <a:r>
              <a:rPr lang="en-US" altLang="ko-KR"/>
              <a:t>\</a:t>
            </a:r>
          </a:p>
          <a:p>
            <a:r>
              <a:rPr lang="en-US" altLang="ko-KR"/>
              <a:t>                    </a:t>
            </a:r>
            <a:r>
              <a:rPr lang="ko-KR" altLang="en-US"/>
              <a:t>-e MYSQL_DATABASE=redis-1-db </a:t>
            </a:r>
            <a:r>
              <a:rPr lang="en-US" altLang="ko-KR"/>
              <a:t>\</a:t>
            </a:r>
          </a:p>
          <a:p>
            <a:r>
              <a:rPr lang="en-US" altLang="ko-KR"/>
              <a:t>		   </a:t>
            </a:r>
            <a:r>
              <a:rPr lang="ko-KR" altLang="en-US"/>
              <a:t>-e MYSQL_USER=redis </a:t>
            </a:r>
            <a:r>
              <a:rPr lang="en-US" altLang="ko-KR"/>
              <a:t>\</a:t>
            </a:r>
          </a:p>
          <a:p>
            <a:r>
              <a:rPr lang="en-US" altLang="ko-KR"/>
              <a:t>		   </a:t>
            </a:r>
            <a:r>
              <a:rPr lang="ko-KR" altLang="en-US"/>
              <a:t>-e MYSQL_PASSWORD=password mysql:latest</a:t>
            </a:r>
            <a:endParaRPr lang="en-US" altLang="ko-KR"/>
          </a:p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D320B55-FB2B-3F7F-333B-19E4E78883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639"/>
          <a:stretch>
            <a:fillRect/>
          </a:stretch>
        </p:blipFill>
        <p:spPr>
          <a:xfrm>
            <a:off x="6832915" y="2088370"/>
            <a:ext cx="5188070" cy="34626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78F2B-61C3-8BBC-4BE5-B8D37BA9B0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59"/>
          <a:stretch>
            <a:fillRect/>
          </a:stretch>
        </p:blipFill>
        <p:spPr>
          <a:xfrm>
            <a:off x="8164766" y="4012448"/>
            <a:ext cx="2595598" cy="22271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68624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1529B7-FC45-38D0-AB6F-9FC32CA99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설정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3C68B8B-F1AF-EB83-5C26-2F4596C53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47629"/>
            <a:ext cx="4544059" cy="31627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92684-5BA0-3F78-EC66-5601E3632E80}"/>
              </a:ext>
            </a:extLst>
          </p:cNvPr>
          <p:cNvSpPr txBox="1"/>
          <p:nvPr/>
        </p:nvSpPr>
        <p:spPr>
          <a:xfrm>
            <a:off x="5763491" y="1847629"/>
            <a:ext cx="59389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/>
              <a:t>Product </a:t>
            </a:r>
            <a:r>
              <a:rPr lang="ko-KR" altLang="en-US"/>
              <a:t>환경과 </a:t>
            </a:r>
            <a:r>
              <a:rPr lang="en-US" altLang="ko-KR"/>
              <a:t>Local </a:t>
            </a:r>
            <a:r>
              <a:rPr lang="ko-KR" altLang="en-US"/>
              <a:t>환경 분리하여 실습 진행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DB</a:t>
            </a:r>
            <a:r>
              <a:rPr lang="ko-KR" altLang="en-US"/>
              <a:t>정보 셋팅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JPA </a:t>
            </a:r>
            <a:r>
              <a:rPr lang="ko-KR" altLang="en-US"/>
              <a:t>데이터의 변경을 남기도록 하기 위해 </a:t>
            </a:r>
            <a:r>
              <a:rPr lang="en-US" altLang="ko-KR"/>
              <a:t>update </a:t>
            </a:r>
            <a:r>
              <a:rPr lang="ko-KR" altLang="en-US"/>
              <a:t>설정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JPA</a:t>
            </a:r>
            <a:r>
              <a:rPr lang="ko-KR" altLang="en-US"/>
              <a:t>에서 나가는 쿼리를 보기위해 </a:t>
            </a:r>
            <a:r>
              <a:rPr lang="en-US" altLang="ko-KR"/>
              <a:t>show-sql : true</a:t>
            </a:r>
          </a:p>
          <a:p>
            <a:pPr marL="285750" indent="-285750">
              <a:buFontTx/>
              <a:buChar char="-"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50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9AD799-18B6-FD1B-967C-3C31EF09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애플리케이션 </a:t>
            </a:r>
            <a:r>
              <a:rPr lang="en-US" altLang="ko-KR"/>
              <a:t>API </a:t>
            </a:r>
            <a:r>
              <a:rPr lang="ko-KR" altLang="en-US"/>
              <a:t>작성 </a:t>
            </a:r>
            <a:r>
              <a:rPr lang="en-US" altLang="ko-KR"/>
              <a:t>- Entity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FC75CA8-6AAE-258B-FE77-470B712D9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579" y="1802012"/>
            <a:ext cx="3805252" cy="454337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429B64AC-1920-4A39-4FB3-26B54D6FF93E}"/>
              </a:ext>
            </a:extLst>
          </p:cNvPr>
          <p:cNvGrpSpPr/>
          <p:nvPr/>
        </p:nvGrpSpPr>
        <p:grpSpPr>
          <a:xfrm>
            <a:off x="1097280" y="1802012"/>
            <a:ext cx="2334114" cy="5010563"/>
            <a:chOff x="1097280" y="1802012"/>
            <a:chExt cx="2334114" cy="501056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C18E521-522F-F0D3-1787-42384626F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1802012"/>
              <a:ext cx="2334114" cy="501056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11AC451-2BAF-2CFF-3E41-B7880ADA5397}"/>
                </a:ext>
              </a:extLst>
            </p:cNvPr>
            <p:cNvSpPr/>
            <p:nvPr/>
          </p:nvSpPr>
          <p:spPr>
            <a:xfrm>
              <a:off x="1394691" y="3777673"/>
              <a:ext cx="665018" cy="24938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18394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4D9C1-DAD1-C20A-4231-E45331646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애플리케이션 </a:t>
            </a:r>
            <a:r>
              <a:rPr lang="en-US" altLang="ko-KR"/>
              <a:t>API </a:t>
            </a:r>
            <a:r>
              <a:rPr lang="ko-KR" altLang="en-US"/>
              <a:t>작성 </a:t>
            </a:r>
            <a:r>
              <a:rPr lang="en-US" altLang="ko-KR"/>
              <a:t>- Controller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F2BD4D-83AC-9F12-6DE3-0B026B771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46" y="1802012"/>
            <a:ext cx="4620270" cy="3515216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C4C5390-B0F9-2243-A42F-D546BBF87A60}"/>
              </a:ext>
            </a:extLst>
          </p:cNvPr>
          <p:cNvGrpSpPr/>
          <p:nvPr/>
        </p:nvGrpSpPr>
        <p:grpSpPr>
          <a:xfrm>
            <a:off x="1097280" y="1802012"/>
            <a:ext cx="2334114" cy="5010563"/>
            <a:chOff x="1097280" y="1802012"/>
            <a:chExt cx="2334114" cy="501056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3460B41-59D5-79DA-C2C4-0A19A87D29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1802012"/>
              <a:ext cx="2334114" cy="5010563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4E86C1E-6A9C-D899-D644-904029F26598}"/>
                </a:ext>
              </a:extLst>
            </p:cNvPr>
            <p:cNvSpPr/>
            <p:nvPr/>
          </p:nvSpPr>
          <p:spPr>
            <a:xfrm>
              <a:off x="1394691" y="3962400"/>
              <a:ext cx="1126836" cy="2309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46178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86ED33-52E0-8A0F-243A-C895EE27A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애플리케이션 </a:t>
            </a:r>
            <a:r>
              <a:rPr lang="en-US" altLang="ko-KR"/>
              <a:t>API</a:t>
            </a:r>
            <a:r>
              <a:rPr lang="ko-KR" altLang="en-US"/>
              <a:t>작성 </a:t>
            </a:r>
            <a:r>
              <a:rPr lang="en-US" altLang="ko-KR"/>
              <a:t>- Service</a:t>
            </a: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AB26CDD-1A3B-EE97-CDAB-30389B1AEAE3}"/>
              </a:ext>
            </a:extLst>
          </p:cNvPr>
          <p:cNvGrpSpPr/>
          <p:nvPr/>
        </p:nvGrpSpPr>
        <p:grpSpPr>
          <a:xfrm>
            <a:off x="1097280" y="1802012"/>
            <a:ext cx="2334114" cy="5010563"/>
            <a:chOff x="1097280" y="1802012"/>
            <a:chExt cx="2334114" cy="501056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65AD7DC-EDED-6B25-857C-5988C39F8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02012"/>
              <a:ext cx="2334114" cy="5010563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27ED28B-736D-A656-3E64-31AF39E14BBC}"/>
                </a:ext>
              </a:extLst>
            </p:cNvPr>
            <p:cNvSpPr/>
            <p:nvPr/>
          </p:nvSpPr>
          <p:spPr>
            <a:xfrm>
              <a:off x="1394691" y="3962400"/>
              <a:ext cx="1126836" cy="2309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C107D377-7734-0248-B732-572CDEAE4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023" y="1802012"/>
            <a:ext cx="7068536" cy="261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425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A6868-EF4D-CEB1-925F-D8E995CA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애플리케이션 </a:t>
            </a:r>
            <a:r>
              <a:rPr lang="en-US" altLang="ko-KR" sz="4400"/>
              <a:t>API</a:t>
            </a:r>
            <a:r>
              <a:rPr lang="ko-KR" altLang="en-US" sz="4400"/>
              <a:t>작성</a:t>
            </a:r>
            <a:r>
              <a:rPr lang="en-US" altLang="ko-KR" sz="4400"/>
              <a:t>-BoardRepository</a:t>
            </a:r>
            <a:endParaRPr lang="ko-KR" altLang="en-US" sz="440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FFA3E62-5F5D-018D-95A7-6B3202C665E2}"/>
              </a:ext>
            </a:extLst>
          </p:cNvPr>
          <p:cNvGrpSpPr/>
          <p:nvPr/>
        </p:nvGrpSpPr>
        <p:grpSpPr>
          <a:xfrm>
            <a:off x="1097280" y="1802012"/>
            <a:ext cx="2334114" cy="5010563"/>
            <a:chOff x="1097280" y="1802012"/>
            <a:chExt cx="2334114" cy="501056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D28C4B4-21C2-394B-CA0D-BD1AFE1A7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02012"/>
              <a:ext cx="2334114" cy="5010563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1DD062F-ED05-2C3C-C500-7EC58B545F8D}"/>
                </a:ext>
              </a:extLst>
            </p:cNvPr>
            <p:cNvSpPr/>
            <p:nvPr/>
          </p:nvSpPr>
          <p:spPr>
            <a:xfrm>
              <a:off x="1394691" y="3962400"/>
              <a:ext cx="1126836" cy="2309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7ADA711A-07EF-F946-9352-C122A6C24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349" y="1802012"/>
            <a:ext cx="5591955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7762-A97B-5B1F-F1D0-05A32FAB7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데이터베이스 데이터 셋팅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46CFB-21BE-017F-BB38-3D9F9C1A541E}"/>
              </a:ext>
            </a:extLst>
          </p:cNvPr>
          <p:cNvSpPr txBox="1"/>
          <p:nvPr/>
        </p:nvSpPr>
        <p:spPr>
          <a:xfrm>
            <a:off x="1097280" y="1908382"/>
            <a:ext cx="6096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>
                <a:latin typeface="anthropic-mono"/>
              </a:rPr>
              <a:t>create table boards (	</a:t>
            </a:r>
          </a:p>
          <a:p>
            <a:r>
              <a:rPr lang="en-US" altLang="ko-KR" sz="1000">
                <a:latin typeface="anthropic-mono"/>
              </a:rPr>
              <a:t>	id bigint primary key auto_increment,    </a:t>
            </a:r>
          </a:p>
          <a:p>
            <a:r>
              <a:rPr lang="en-US" altLang="ko-KR" sz="1000">
                <a:latin typeface="anthropic-mono"/>
              </a:rPr>
              <a:t>	title varchar(200),    </a:t>
            </a:r>
          </a:p>
          <a:p>
            <a:r>
              <a:rPr lang="en-US" altLang="ko-KR" sz="1000">
                <a:latin typeface="anthropic-mono"/>
              </a:rPr>
              <a:t>	content varchar(255),    </a:t>
            </a:r>
          </a:p>
          <a:p>
            <a:r>
              <a:rPr lang="en-US" altLang="ko-KR" sz="1000">
                <a:latin typeface="anthropic-mono"/>
              </a:rPr>
              <a:t>	created_at datetime default now()</a:t>
            </a:r>
          </a:p>
          <a:p>
            <a:r>
              <a:rPr lang="en-US" altLang="ko-KR" sz="1000">
                <a:latin typeface="anthropic-mono"/>
              </a:rPr>
              <a:t>);</a:t>
            </a:r>
          </a:p>
          <a:p>
            <a:pPr algn="l">
              <a:buNone/>
            </a:pPr>
            <a:endParaRPr lang="en-US" altLang="ko-KR" sz="1000" b="0" i="0">
              <a:solidFill>
                <a:srgbClr val="999999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높은 재귀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(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반복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)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횟수를 허용하도록 설정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(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아래에서 생성할 더미 데이터의 개수와 맞춰서 작성하면 된다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.)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SET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SESSION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cte_max_recursion_depth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=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1000000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;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boards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테이블에 더미 데이터 삽입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INSERT INTO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boards (title, content, created_at)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WITH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RECURSIVE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cte (n)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AS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SELECT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1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UNION ALL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SELECT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n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+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1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FROM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cte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WHERE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n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&lt;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1000000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생성하고 싶은 더미 데이터의 개수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SELECT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CONCAT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  <a:r>
              <a:rPr lang="en-US" altLang="ko-KR" sz="1000" b="0" i="0">
                <a:solidFill>
                  <a:srgbClr val="1E9E3C"/>
                </a:solidFill>
                <a:effectLst/>
                <a:latin typeface="anthropic-mono"/>
              </a:rPr>
              <a:t>'Title'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, LPAD(n,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7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, </a:t>
            </a:r>
            <a:r>
              <a:rPr lang="en-US" altLang="ko-KR" sz="1000" b="0" i="0">
                <a:solidFill>
                  <a:srgbClr val="1E9E3C"/>
                </a:solidFill>
                <a:effectLst/>
                <a:latin typeface="anthropic-mono"/>
              </a:rPr>
              <a:t>'0'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AS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title, 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'Title'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다음에 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7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자리 숫자로 구성된 제목 생성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CONCAT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  <a:r>
              <a:rPr lang="en-US" altLang="ko-KR" sz="1000" b="0" i="0">
                <a:solidFill>
                  <a:srgbClr val="1E9E3C"/>
                </a:solidFill>
                <a:effectLst/>
                <a:latin typeface="anthropic-mono"/>
              </a:rPr>
              <a:t>'Content'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, LPAD(n,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7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, </a:t>
            </a:r>
            <a:r>
              <a:rPr lang="en-US" altLang="ko-KR" sz="1000" b="0" i="0">
                <a:solidFill>
                  <a:srgbClr val="1E9E3C"/>
                </a:solidFill>
                <a:effectLst/>
                <a:latin typeface="anthropic-mono"/>
              </a:rPr>
              <a:t>'0'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AS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content, 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-- 'Content' 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다음에 </a:t>
            </a:r>
            <a:r>
              <a:rPr lang="en-US" altLang="ko-KR" sz="1000" b="0" i="0">
                <a:solidFill>
                  <a:srgbClr val="999999"/>
                </a:solidFill>
                <a:effectLst/>
                <a:latin typeface="anthropic-mono"/>
              </a:rPr>
              <a:t>7</a:t>
            </a:r>
            <a:r>
              <a:rPr lang="ko-KR" altLang="en-US" sz="1000" b="0" i="0">
                <a:solidFill>
                  <a:srgbClr val="999999"/>
                </a:solidFill>
                <a:effectLst/>
                <a:latin typeface="anthropic-mono"/>
              </a:rPr>
              <a:t>자리 숫자로 구성된 내용 생성</a:t>
            </a:r>
            <a:endParaRPr lang="ko-KR" altLang="en-US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TIMESTAMP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DATE_SUB(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NOW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()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, INTERVAL </a:t>
            </a: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FLOOR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RAND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()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*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3650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+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1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DAY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+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INTERVAL </a:t>
            </a: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FLOOR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</a:t>
            </a:r>
            <a:r>
              <a:rPr lang="en-US" altLang="ko-KR" sz="1000" b="0" i="0">
                <a:solidFill>
                  <a:srgbClr val="0073E6"/>
                </a:solidFill>
                <a:effectLst/>
                <a:latin typeface="anthropic-mono"/>
              </a:rPr>
              <a:t>RAND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() </a:t>
            </a:r>
            <a:r>
              <a:rPr lang="en-US" altLang="ko-KR" sz="1000" b="0" i="0">
                <a:solidFill>
                  <a:srgbClr val="737373"/>
                </a:solidFill>
                <a:effectLst/>
                <a:latin typeface="anthropic-mono"/>
              </a:rPr>
              <a:t>*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</a:t>
            </a:r>
            <a:r>
              <a:rPr lang="en-US" altLang="ko-KR" sz="1000" b="0" i="0">
                <a:solidFill>
                  <a:srgbClr val="CD2054"/>
                </a:solidFill>
                <a:effectLst/>
                <a:latin typeface="anthropic-mono"/>
              </a:rPr>
              <a:t>86400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SECOND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  <a:p>
            <a:pPr algn="l">
              <a:buNone/>
            </a:pP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) </a:t>
            </a: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AS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created_at</a:t>
            </a:r>
          </a:p>
          <a:p>
            <a:pPr algn="l">
              <a:buNone/>
            </a:pPr>
            <a:r>
              <a:rPr lang="en-US" altLang="ko-KR" sz="1000" b="0" i="0">
                <a:solidFill>
                  <a:srgbClr val="C5621B"/>
                </a:solidFill>
                <a:effectLst/>
                <a:latin typeface="anthropic-mono"/>
              </a:rPr>
              <a:t>FROM</a:t>
            </a:r>
            <a:r>
              <a:rPr lang="en-US" altLang="ko-KR" sz="1000" b="0" i="0">
                <a:solidFill>
                  <a:srgbClr val="1A1A1A"/>
                </a:solidFill>
                <a:effectLst/>
                <a:latin typeface="anthropic-mono"/>
              </a:rPr>
              <a:t> cte;</a:t>
            </a:r>
          </a:p>
          <a:p>
            <a:pPr algn="l">
              <a:buNone/>
            </a:pPr>
            <a:endParaRPr lang="en-US" altLang="ko-KR" sz="1000">
              <a:solidFill>
                <a:srgbClr val="1A1A1A"/>
              </a:solidFill>
              <a:latin typeface="anthropic-mono"/>
            </a:endParaRPr>
          </a:p>
          <a:p>
            <a:r>
              <a:rPr lang="en-US" altLang="ko-KR" sz="1000">
                <a:solidFill>
                  <a:srgbClr val="1A1A1A"/>
                </a:solidFill>
                <a:latin typeface="anthropic-mono"/>
              </a:rPr>
              <a:t>select count(*) from boards;</a:t>
            </a:r>
            <a:endParaRPr lang="en-US" altLang="ko-KR" sz="1000" b="0" i="0">
              <a:solidFill>
                <a:srgbClr val="1A1A1A"/>
              </a:solidFill>
              <a:effectLst/>
              <a:latin typeface="anthropic-mono"/>
            </a:endParaRPr>
          </a:p>
        </p:txBody>
      </p:sp>
    </p:spTree>
    <p:extLst>
      <p:ext uri="{BB962C8B-B14F-4D97-AF65-F5344CB8AC3E}">
        <p14:creationId xmlns:p14="http://schemas.microsoft.com/office/powerpoint/2010/main" val="3533617217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105</TotalTime>
  <Words>389</Words>
  <Application>Microsoft Office PowerPoint</Application>
  <PresentationFormat>와이드스크린</PresentationFormat>
  <Paragraphs>54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anthropic-mono</vt:lpstr>
      <vt:lpstr>Arial</vt:lpstr>
      <vt:lpstr>Calibri</vt:lpstr>
      <vt:lpstr>Calibri Light</vt:lpstr>
      <vt:lpstr>추억</vt:lpstr>
      <vt:lpstr>로컬 환경 SpringBoot+Redis</vt:lpstr>
      <vt:lpstr>Spring Boot Application 생성</vt:lpstr>
      <vt:lpstr>DB생성</vt:lpstr>
      <vt:lpstr>Application.yml 설정</vt:lpstr>
      <vt:lpstr>애플리케이션 API 작성 - Entity</vt:lpstr>
      <vt:lpstr>애플리케이션 API 작성 - Controller</vt:lpstr>
      <vt:lpstr>애플리케이션 API작성 - Service</vt:lpstr>
      <vt:lpstr>애플리케이션 API작성-BoardRepository</vt:lpstr>
      <vt:lpstr>데이터베이스 데이터 셋팅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13</cp:revision>
  <dcterms:created xsi:type="dcterms:W3CDTF">2026-08-24T11:31:44Z</dcterms:created>
  <dcterms:modified xsi:type="dcterms:W3CDTF">2026-08-24T13:17:09Z</dcterms:modified>
</cp:coreProperties>
</file>