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5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070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2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818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93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683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153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70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87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886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94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76513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093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58877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075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216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021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691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mtClean="0"/>
              <a:t>hash</a:t>
            </a:r>
            <a:r>
              <a:rPr lang="ko-KR" altLang="en-US" smtClean="0"/>
              <a:t>자료구조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236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hash </a:t>
            </a:r>
            <a:r>
              <a:rPr lang="ko-KR" altLang="en-US" smtClean="0"/>
              <a:t>명령어 정리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488208"/>
            <a:ext cx="4685712" cy="31176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27132" y="1488208"/>
            <a:ext cx="646006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ym typeface="Wingdings" panose="05000000000000000000" pitchFamily="2" charset="2"/>
              </a:rPr>
              <a:t>1. hashmap </a:t>
            </a:r>
            <a:r>
              <a:rPr lang="ko-KR" altLang="en-US" sz="1200" smtClean="0">
                <a:sym typeface="Wingdings" panose="05000000000000000000" pitchFamily="2" charset="2"/>
              </a:rPr>
              <a:t>등록</a:t>
            </a:r>
            <a:endParaRPr lang="en-US" altLang="ko-KR" sz="1200" smtClean="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altLang="ko-KR" sz="1200" smtClean="0">
                <a:sym typeface="Wingdings" panose="05000000000000000000" pitchFamily="2" charset="2"/>
              </a:rPr>
              <a:t>hset {key} {hashkey1} {hashvalue1} </a:t>
            </a:r>
            <a:r>
              <a:rPr lang="en-US" altLang="ko-KR" sz="1200">
                <a:sym typeface="Wingdings" panose="05000000000000000000" pitchFamily="2" charset="2"/>
              </a:rPr>
              <a:t>{</a:t>
            </a:r>
            <a:r>
              <a:rPr lang="en-US" altLang="ko-KR" sz="1200" smtClean="0">
                <a:sym typeface="Wingdings" panose="05000000000000000000" pitchFamily="2" charset="2"/>
              </a:rPr>
              <a:t>hashkey2} </a:t>
            </a:r>
            <a:r>
              <a:rPr lang="en-US" altLang="ko-KR" sz="1200">
                <a:sym typeface="Wingdings" panose="05000000000000000000" pitchFamily="2" charset="2"/>
              </a:rPr>
              <a:t>{</a:t>
            </a:r>
            <a:r>
              <a:rPr lang="en-US" altLang="ko-KR" sz="1200" smtClean="0">
                <a:sym typeface="Wingdings" panose="05000000000000000000" pitchFamily="2" charset="2"/>
              </a:rPr>
              <a:t>hashvalue2} .... </a:t>
            </a:r>
            <a:r>
              <a:rPr lang="en-US" altLang="ko-KR" sz="1200">
                <a:sym typeface="Wingdings" panose="05000000000000000000" pitchFamily="2" charset="2"/>
              </a:rPr>
              <a:t>{</a:t>
            </a:r>
            <a:r>
              <a:rPr lang="en-US" altLang="ko-KR" sz="1200" smtClean="0">
                <a:sym typeface="Wingdings" panose="05000000000000000000" pitchFamily="2" charset="2"/>
              </a:rPr>
              <a:t>hashkeyN} </a:t>
            </a:r>
            <a:r>
              <a:rPr lang="en-US" altLang="ko-KR" sz="1200">
                <a:sym typeface="Wingdings" panose="05000000000000000000" pitchFamily="2" charset="2"/>
              </a:rPr>
              <a:t>{</a:t>
            </a:r>
            <a:r>
              <a:rPr lang="en-US" altLang="ko-KR" sz="1200" smtClean="0">
                <a:sym typeface="Wingdings" panose="05000000000000000000" pitchFamily="2" charset="2"/>
              </a:rPr>
              <a:t>hashvalueN}</a:t>
            </a:r>
          </a:p>
          <a:p>
            <a:r>
              <a:rPr lang="en-US" altLang="ko-KR" sz="1200" smtClean="0">
                <a:sym typeface="Wingdings" panose="05000000000000000000" pitchFamily="2" charset="2"/>
              </a:rPr>
              <a:t>2. hash </a:t>
            </a:r>
            <a:r>
              <a:rPr lang="ko-KR" altLang="en-US" sz="1200" smtClean="0">
                <a:sym typeface="Wingdings" panose="05000000000000000000" pitchFamily="2" charset="2"/>
              </a:rPr>
              <a:t>요소 조회</a:t>
            </a:r>
            <a:r>
              <a:rPr lang="en-US" altLang="ko-KR" sz="1200" smtClean="0">
                <a:sym typeface="Wingdings" panose="05000000000000000000" pitchFamily="2" charset="2"/>
              </a:rPr>
              <a:t/>
            </a:r>
            <a:br>
              <a:rPr lang="en-US" altLang="ko-KR" sz="1200" smtClean="0">
                <a:sym typeface="Wingdings" panose="05000000000000000000" pitchFamily="2" charset="2"/>
              </a:rPr>
            </a:br>
            <a:r>
              <a:rPr lang="en-US" altLang="ko-KR" sz="1200" smtClean="0">
                <a:sym typeface="Wingdings" panose="05000000000000000000" pitchFamily="2" charset="2"/>
              </a:rPr>
              <a:t> hget {key} {hashkey}</a:t>
            </a:r>
          </a:p>
          <a:p>
            <a:r>
              <a:rPr lang="en-US" altLang="ko-KR" sz="1200" smtClean="0">
                <a:sym typeface="Wingdings" panose="05000000000000000000" pitchFamily="2" charset="2"/>
              </a:rPr>
              <a:t>3. hash </a:t>
            </a:r>
            <a:r>
              <a:rPr lang="ko-KR" altLang="en-US" sz="1200" smtClean="0">
                <a:sym typeface="Wingdings" panose="05000000000000000000" pitchFamily="2" charset="2"/>
              </a:rPr>
              <a:t>모든 요소 조회</a:t>
            </a:r>
            <a:endParaRPr lang="en-US" altLang="ko-KR" sz="1200" smtClean="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altLang="ko-KR" sz="1200" smtClean="0">
                <a:sym typeface="Wingdings" panose="05000000000000000000" pitchFamily="2" charset="2"/>
              </a:rPr>
              <a:t>hgetall {key}</a:t>
            </a:r>
          </a:p>
          <a:p>
            <a:r>
              <a:rPr lang="en-US" altLang="ko-KR" sz="1200" smtClean="0">
                <a:sym typeface="Wingdings" panose="05000000000000000000" pitchFamily="2" charset="2"/>
              </a:rPr>
              <a:t>4. </a:t>
            </a:r>
            <a:r>
              <a:rPr lang="ko-KR" altLang="en-US" sz="1200" smtClean="0">
                <a:sym typeface="Wingdings" panose="05000000000000000000" pitchFamily="2" charset="2"/>
              </a:rPr>
              <a:t>요소 수정</a:t>
            </a:r>
            <a:endParaRPr lang="en-US" altLang="ko-KR" sz="1200" smtClean="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altLang="ko-KR" sz="1200" smtClean="0">
                <a:sym typeface="Wingdings" panose="05000000000000000000" pitchFamily="2" charset="2"/>
              </a:rPr>
              <a:t>hset {key} {hashkey} {</a:t>
            </a:r>
            <a:r>
              <a:rPr lang="ko-KR" altLang="en-US" sz="1200" smtClean="0">
                <a:sym typeface="Wingdings" panose="05000000000000000000" pitchFamily="2" charset="2"/>
              </a:rPr>
              <a:t>변경</a:t>
            </a:r>
            <a:r>
              <a:rPr lang="en-US" altLang="ko-KR" sz="1200" smtClean="0">
                <a:sym typeface="Wingdings" panose="05000000000000000000" pitchFamily="2" charset="2"/>
              </a:rPr>
              <a:t>hashvalue}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altLang="ko-KR" sz="1200" smtClean="0">
                <a:sym typeface="Wingdings" panose="05000000000000000000" pitchFamily="2" charset="2"/>
              </a:rPr>
              <a:t>hincrby {key} {hashkey} {</a:t>
            </a:r>
            <a:r>
              <a:rPr lang="ko-KR" altLang="en-US" sz="1200" smtClean="0">
                <a:sym typeface="Wingdings" panose="05000000000000000000" pitchFamily="2" charset="2"/>
              </a:rPr>
              <a:t>숫자</a:t>
            </a:r>
            <a:r>
              <a:rPr lang="en-US" altLang="ko-KR" sz="1200" smtClean="0">
                <a:sym typeface="Wingdings" panose="05000000000000000000" pitchFamily="2" charset="2"/>
              </a:rPr>
              <a:t>(</a:t>
            </a:r>
            <a:r>
              <a:rPr lang="ko-KR" altLang="en-US" sz="1200" smtClean="0">
                <a:sym typeface="Wingdings" panose="05000000000000000000" pitchFamily="2" charset="2"/>
              </a:rPr>
              <a:t>음수</a:t>
            </a:r>
            <a:r>
              <a:rPr lang="en-US" altLang="ko-KR" sz="1200" smtClean="0">
                <a:sym typeface="Wingdings" panose="05000000000000000000" pitchFamily="2" charset="2"/>
              </a:rPr>
              <a:t>,</a:t>
            </a:r>
            <a:r>
              <a:rPr lang="ko-KR" altLang="en-US" sz="1200" smtClean="0">
                <a:sym typeface="Wingdings" panose="05000000000000000000" pitchFamily="2" charset="2"/>
              </a:rPr>
              <a:t>양수</a:t>
            </a:r>
            <a:r>
              <a:rPr lang="en-US" altLang="ko-KR" sz="1200" smtClean="0">
                <a:sym typeface="Wingdings" panose="05000000000000000000" pitchFamily="2" charset="2"/>
              </a:rPr>
              <a:t>)}</a:t>
            </a:r>
          </a:p>
          <a:p>
            <a:r>
              <a:rPr lang="en-US" altLang="ko-KR" sz="1200" smtClean="0">
                <a:sym typeface="Wingdings" panose="05000000000000000000" pitchFamily="2" charset="2"/>
              </a:rPr>
              <a:t>5. </a:t>
            </a:r>
            <a:r>
              <a:rPr lang="ko-KR" altLang="en-US" sz="1200" smtClean="0">
                <a:sym typeface="Wingdings" panose="05000000000000000000" pitchFamily="2" charset="2"/>
              </a:rPr>
              <a:t>요소 삭제</a:t>
            </a:r>
            <a:endParaRPr lang="en-US" altLang="ko-KR" sz="1200" smtClean="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altLang="ko-KR" sz="1200" smtClean="0">
                <a:sym typeface="Wingdings" panose="05000000000000000000" pitchFamily="2" charset="2"/>
              </a:rPr>
              <a:t>hdel {key} {hashkey}</a:t>
            </a:r>
          </a:p>
          <a:p>
            <a:r>
              <a:rPr lang="en-US" altLang="ko-KR" sz="1200" smtClean="0">
                <a:sym typeface="Wingdings" panose="05000000000000000000" pitchFamily="2" charset="2"/>
              </a:rPr>
              <a:t>6. </a:t>
            </a:r>
            <a:r>
              <a:rPr lang="ko-KR" altLang="en-US" sz="1200" smtClean="0">
                <a:sym typeface="Wingdings" panose="05000000000000000000" pitchFamily="2" charset="2"/>
              </a:rPr>
              <a:t>여러 요소 동시 삭제</a:t>
            </a:r>
            <a:endParaRPr lang="en-US" altLang="ko-KR" sz="1200" smtClean="0">
              <a:sym typeface="Wingdings" panose="05000000000000000000" pitchFamily="2" charset="2"/>
            </a:endParaRPr>
          </a:p>
          <a:p>
            <a:r>
              <a:rPr lang="en-US" altLang="ko-KR" sz="1200" smtClean="0">
                <a:sym typeface="Wingdings" panose="05000000000000000000" pitchFamily="2" charset="2"/>
              </a:rPr>
              <a:t> hdel {key} </a:t>
            </a:r>
            <a:r>
              <a:rPr lang="en-US" altLang="ko-KR" sz="1200">
                <a:sym typeface="Wingdings" panose="05000000000000000000" pitchFamily="2" charset="2"/>
              </a:rPr>
              <a:t>{</a:t>
            </a:r>
            <a:r>
              <a:rPr lang="en-US" altLang="ko-KR" sz="1200" smtClean="0">
                <a:sym typeface="Wingdings" panose="05000000000000000000" pitchFamily="2" charset="2"/>
              </a:rPr>
              <a:t>hashkey2} </a:t>
            </a:r>
            <a:r>
              <a:rPr lang="en-US" altLang="ko-KR" sz="1200">
                <a:sym typeface="Wingdings" panose="05000000000000000000" pitchFamily="2" charset="2"/>
              </a:rPr>
              <a:t>{</a:t>
            </a:r>
            <a:r>
              <a:rPr lang="en-US" altLang="ko-KR" sz="1200" smtClean="0">
                <a:sym typeface="Wingdings" panose="05000000000000000000" pitchFamily="2" charset="2"/>
              </a:rPr>
              <a:t>hashkey2} ... </a:t>
            </a:r>
            <a:r>
              <a:rPr lang="en-US" altLang="ko-KR" sz="1200">
                <a:sym typeface="Wingdings" panose="05000000000000000000" pitchFamily="2" charset="2"/>
              </a:rPr>
              <a:t>{</a:t>
            </a:r>
            <a:r>
              <a:rPr lang="en-US" altLang="ko-KR" sz="1200" smtClean="0">
                <a:sym typeface="Wingdings" panose="05000000000000000000" pitchFamily="2" charset="2"/>
              </a:rPr>
              <a:t>hashkeyN}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15484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hash </a:t>
            </a:r>
            <a:r>
              <a:rPr lang="ko-KR" altLang="en-US" smtClean="0"/>
              <a:t>활용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100" smtClean="0"/>
              <a:t>빈번히 바뀌는 </a:t>
            </a:r>
            <a:r>
              <a:rPr lang="en-US" altLang="ko-KR" sz="1100" smtClean="0"/>
              <a:t>key:value </a:t>
            </a:r>
            <a:r>
              <a:rPr lang="ko-KR" altLang="en-US" sz="1100" smtClean="0"/>
              <a:t>묶음 </a:t>
            </a:r>
            <a:r>
              <a:rPr lang="en-US" altLang="ko-KR" sz="1100" smtClean="0"/>
              <a:t>(Json) </a:t>
            </a:r>
            <a:r>
              <a:rPr lang="ko-KR" altLang="en-US" sz="1100" smtClean="0"/>
              <a:t>의 경우에 활용한다</a:t>
            </a:r>
            <a:r>
              <a:rPr lang="en-US" altLang="ko-KR" sz="1100" smtClean="0"/>
              <a:t>.</a:t>
            </a:r>
            <a:br>
              <a:rPr lang="en-US" altLang="ko-KR" sz="1100" smtClean="0"/>
            </a:br>
            <a:r>
              <a:rPr lang="ko-KR" altLang="en-US" sz="1100" smtClean="0"/>
              <a:t>만약 </a:t>
            </a:r>
            <a:r>
              <a:rPr lang="en-US" altLang="ko-KR" sz="1100" smtClean="0"/>
              <a:t>String</a:t>
            </a:r>
            <a:r>
              <a:rPr lang="ko-KR" altLang="en-US" sz="1100" smtClean="0"/>
              <a:t>으로 </a:t>
            </a:r>
            <a:r>
              <a:rPr lang="en-US" altLang="ko-KR" sz="1100" smtClean="0"/>
              <a:t>value</a:t>
            </a:r>
            <a:r>
              <a:rPr lang="ko-KR" altLang="en-US" sz="1100" smtClean="0"/>
              <a:t>에 </a:t>
            </a:r>
            <a:r>
              <a:rPr lang="en-US" altLang="ko-KR" sz="1100" smtClean="0"/>
              <a:t>Json </a:t>
            </a:r>
            <a:r>
              <a:rPr lang="ko-KR" altLang="en-US" sz="1100" smtClean="0"/>
              <a:t>형식의 데이터를 관리한다면</a:t>
            </a:r>
            <a:r>
              <a:rPr lang="en-US" altLang="ko-KR" sz="1100" smtClean="0"/>
              <a:t>,</a:t>
            </a:r>
            <a:r>
              <a:rPr lang="en-US" altLang="ko-KR" sz="1100"/>
              <a:t> </a:t>
            </a:r>
            <a:r>
              <a:rPr lang="ko-KR" altLang="en-US" sz="1100" smtClean="0"/>
              <a:t>데이터를 모두 파싱해서 관련된 정보를 수정 및 조합하고 다시 </a:t>
            </a:r>
            <a:r>
              <a:rPr lang="en-US" altLang="ko-KR" sz="1100" smtClean="0"/>
              <a:t/>
            </a:r>
            <a:br>
              <a:rPr lang="en-US" altLang="ko-KR" sz="1100" smtClean="0"/>
            </a:br>
            <a:r>
              <a:rPr lang="ko-KR" altLang="en-US" sz="1100" smtClean="0"/>
              <a:t>저장해야한다</a:t>
            </a:r>
            <a:r>
              <a:rPr lang="en-US" altLang="ko-KR" sz="1100" smtClean="0"/>
              <a:t>.</a:t>
            </a:r>
            <a:br>
              <a:rPr lang="en-US" altLang="ko-KR" sz="1100" smtClean="0"/>
            </a:br>
            <a:r>
              <a:rPr lang="en-US" altLang="ko-KR" sz="1100" smtClean="0"/>
              <a:t/>
            </a:r>
            <a:br>
              <a:rPr lang="en-US" altLang="ko-KR" sz="1100" smtClean="0"/>
            </a:br>
            <a:r>
              <a:rPr lang="ko-KR" altLang="en-US" sz="1100" smtClean="0"/>
              <a:t>이러한 번거로움을 가지는 객체</a:t>
            </a:r>
            <a:r>
              <a:rPr lang="en-US" altLang="ko-KR" sz="1100" smtClean="0"/>
              <a:t>(</a:t>
            </a:r>
            <a:r>
              <a:rPr lang="ko-KR" altLang="en-US" sz="1100" smtClean="0"/>
              <a:t>대체로 </a:t>
            </a:r>
            <a:r>
              <a:rPr lang="en-US" altLang="ko-KR" sz="1100" smtClean="0"/>
              <a:t>Json</a:t>
            </a:r>
            <a:r>
              <a:rPr lang="ko-KR" altLang="en-US" sz="1100" smtClean="0"/>
              <a:t>형식</a:t>
            </a:r>
            <a:r>
              <a:rPr lang="en-US" altLang="ko-KR" sz="1100" smtClean="0"/>
              <a:t>) </a:t>
            </a:r>
            <a:r>
              <a:rPr lang="ko-KR" altLang="en-US" sz="1100" smtClean="0"/>
              <a:t>데이터를 다룰때 </a:t>
            </a:r>
            <a:r>
              <a:rPr lang="en-US" altLang="ko-KR" sz="1100" smtClean="0"/>
              <a:t>hash</a:t>
            </a:r>
            <a:r>
              <a:rPr lang="ko-KR" altLang="en-US" sz="1100" smtClean="0"/>
              <a:t>를 주로 사용한다</a:t>
            </a:r>
            <a:r>
              <a:rPr lang="en-US" altLang="ko-KR" sz="1100" smtClean="0"/>
              <a:t>.</a:t>
            </a:r>
            <a:br>
              <a:rPr lang="en-US" altLang="ko-KR" sz="1100" smtClean="0"/>
            </a:br>
            <a:r>
              <a:rPr lang="en-US" altLang="ko-KR" sz="1100" smtClean="0"/>
              <a:t/>
            </a:r>
            <a:br>
              <a:rPr lang="en-US" altLang="ko-KR" sz="1100" smtClean="0"/>
            </a:br>
            <a:r>
              <a:rPr lang="en-US" altLang="ko-KR" sz="1100" smtClean="0"/>
              <a:t>※ </a:t>
            </a:r>
            <a:r>
              <a:rPr lang="ko-KR" altLang="en-US" sz="1100" smtClean="0"/>
              <a:t>중요 </a:t>
            </a:r>
            <a:r>
              <a:rPr lang="en-US" altLang="ko-KR" sz="1100" smtClean="0"/>
              <a:t>: Redis Hash</a:t>
            </a:r>
            <a:r>
              <a:rPr lang="ko-KR" altLang="en-US" sz="1100" smtClean="0"/>
              <a:t>는 </a:t>
            </a:r>
            <a:r>
              <a:rPr lang="en-US" altLang="ko-KR" sz="1100" smtClean="0"/>
              <a:t>1</a:t>
            </a:r>
            <a:r>
              <a:rPr lang="ko-KR" altLang="en-US" sz="1100" smtClean="0"/>
              <a:t>단계만 깊이만 지원한다</a:t>
            </a:r>
            <a:r>
              <a:rPr lang="en-US" altLang="ko-KR" sz="1100" smtClean="0"/>
              <a:t>. hash </a:t>
            </a:r>
            <a:r>
              <a:rPr lang="ko-KR" altLang="en-US" sz="1100" smtClean="0"/>
              <a:t>내 </a:t>
            </a:r>
            <a:r>
              <a:rPr lang="en-US" altLang="ko-KR" sz="1100" smtClean="0"/>
              <a:t>hash </a:t>
            </a:r>
            <a:r>
              <a:rPr lang="ko-KR" altLang="en-US" sz="1100" smtClean="0"/>
              <a:t>데이터의 삽입은 지원하지 않는다</a:t>
            </a:r>
            <a:r>
              <a:rPr lang="en-US" altLang="ko-KR" sz="1100" smtClean="0"/>
              <a:t>.</a:t>
            </a:r>
            <a:br>
              <a:rPr lang="en-US" altLang="ko-KR" sz="1100" smtClean="0"/>
            </a:br>
            <a:r>
              <a:rPr lang="en-US" altLang="ko-KR" sz="1100" smtClean="0"/>
              <a:t/>
            </a:r>
            <a:br>
              <a:rPr lang="en-US" altLang="ko-KR" sz="1100" smtClean="0"/>
            </a:br>
            <a:r>
              <a:rPr lang="en-US" altLang="ko-KR" sz="1100" b="1" smtClean="0">
                <a:solidFill>
                  <a:srgbClr val="FF0000"/>
                </a:solidFill>
              </a:rPr>
              <a:t>Hash </a:t>
            </a:r>
            <a:r>
              <a:rPr lang="ko-KR" altLang="en-US" sz="1100" b="1" smtClean="0">
                <a:solidFill>
                  <a:srgbClr val="FF0000"/>
                </a:solidFill>
              </a:rPr>
              <a:t>내 </a:t>
            </a:r>
            <a:r>
              <a:rPr lang="en-US" altLang="ko-KR" sz="1100" b="1" smtClean="0">
                <a:solidFill>
                  <a:srgbClr val="FF0000"/>
                </a:solidFill>
              </a:rPr>
              <a:t>Hash</a:t>
            </a:r>
            <a:r>
              <a:rPr lang="ko-KR" altLang="en-US" sz="1100" b="1" smtClean="0">
                <a:solidFill>
                  <a:srgbClr val="FF0000"/>
                </a:solidFill>
              </a:rPr>
              <a:t>를 다루는 방법 </a:t>
            </a:r>
            <a:r>
              <a:rPr lang="en-US" altLang="ko-KR" sz="1100" b="1" smtClean="0">
                <a:solidFill>
                  <a:srgbClr val="FF0000"/>
                </a:solidFill>
              </a:rPr>
              <a:t>1.</a:t>
            </a:r>
            <a:r>
              <a:rPr lang="en-US" altLang="ko-KR" sz="1100"/>
              <a:t/>
            </a:r>
            <a:br>
              <a:rPr lang="en-US" altLang="ko-KR" sz="1100"/>
            </a:br>
            <a:r>
              <a:rPr lang="en-US" altLang="ko-KR" sz="1100" smtClean="0"/>
              <a:t>             </a:t>
            </a:r>
            <a:r>
              <a:rPr lang="en-US" altLang="ko-KR" sz="1100" smtClean="0">
                <a:sym typeface="Wingdings" panose="05000000000000000000" pitchFamily="2" charset="2"/>
              </a:rPr>
              <a:t> </a:t>
            </a:r>
            <a:r>
              <a:rPr lang="ko-KR" altLang="en-US" sz="1100" smtClean="0">
                <a:sym typeface="Wingdings" panose="05000000000000000000" pitchFamily="2" charset="2"/>
              </a:rPr>
              <a:t>하기 객체 데이터 저장 시</a:t>
            </a:r>
            <a:r>
              <a:rPr lang="en-US" altLang="ko-KR" sz="1100" smtClean="0">
                <a:sym typeface="Wingdings" panose="05000000000000000000" pitchFamily="2" charset="2"/>
              </a:rPr>
              <a:t/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en-US" altLang="ko-KR" sz="1100" smtClean="0">
                <a:sym typeface="Wingdings" panose="05000000000000000000" pitchFamily="2" charset="2"/>
              </a:rPr>
              <a:t>             hset user1:info name aaa</a:t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en-US" altLang="ko-KR" sz="1100" smtClean="0">
                <a:sym typeface="Wingdings" panose="05000000000000000000" pitchFamily="2" charset="2"/>
              </a:rPr>
              <a:t>             hset user1:info age 30</a:t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en-US" altLang="ko-KR" sz="1100" smtClean="0">
                <a:sym typeface="Wingdings" panose="05000000000000000000" pitchFamily="2" charset="2"/>
              </a:rPr>
              <a:t>             hset user1:addressInfo no 111-111</a:t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en-US" altLang="ko-KR" sz="1100" smtClean="0">
                <a:sym typeface="Wingdings" panose="05000000000000000000" pitchFamily="2" charset="2"/>
              </a:rPr>
              <a:t>             hset user1:addressInfo address “</a:t>
            </a:r>
            <a:r>
              <a:rPr lang="ko-KR" altLang="en-US" sz="1100" smtClean="0">
                <a:sym typeface="Wingdings" panose="05000000000000000000" pitchFamily="2" charset="2"/>
              </a:rPr>
              <a:t>서울 중구</a:t>
            </a:r>
            <a:r>
              <a:rPr lang="en-US" altLang="ko-KR" sz="1100" smtClean="0">
                <a:sym typeface="Wingdings" panose="05000000000000000000" pitchFamily="2" charset="2"/>
              </a:rPr>
              <a:t>”</a:t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en-US" altLang="ko-KR" sz="1100" smtClean="0">
                <a:sym typeface="Wingdings" panose="05000000000000000000" pitchFamily="2" charset="2"/>
              </a:rPr>
              <a:t/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en-US" altLang="ko-KR" sz="1100" smtClean="0">
                <a:sym typeface="Wingdings" panose="05000000000000000000" pitchFamily="2" charset="2"/>
              </a:rPr>
              <a:t/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en-US" altLang="ko-KR" sz="1100" smtClean="0">
                <a:sym typeface="Wingdings" panose="05000000000000000000" pitchFamily="2" charset="2"/>
              </a:rPr>
              <a:t>user1 : { name : “aaa”,</a:t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en-US" altLang="ko-KR" sz="1100" smtClean="0">
                <a:sym typeface="Wingdings" panose="05000000000000000000" pitchFamily="2" charset="2"/>
              </a:rPr>
              <a:t>            age : 30,</a:t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en-US" altLang="ko-KR" sz="1100" smtClean="0">
                <a:sym typeface="Wingdings" panose="05000000000000000000" pitchFamily="2" charset="2"/>
              </a:rPr>
              <a:t>            addressInfo : {</a:t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en-US" altLang="ko-KR" sz="1100" smtClean="0">
                <a:sym typeface="Wingdings" panose="05000000000000000000" pitchFamily="2" charset="2"/>
              </a:rPr>
              <a:t>		no : 111-111,</a:t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en-US" altLang="ko-KR" sz="1100" smtClean="0">
                <a:sym typeface="Wingdings" panose="05000000000000000000" pitchFamily="2" charset="2"/>
              </a:rPr>
              <a:t>                      address : “</a:t>
            </a:r>
            <a:r>
              <a:rPr lang="ko-KR" altLang="en-US" sz="1100" smtClean="0">
                <a:sym typeface="Wingdings" panose="05000000000000000000" pitchFamily="2" charset="2"/>
              </a:rPr>
              <a:t>서울 중구</a:t>
            </a:r>
            <a:r>
              <a:rPr lang="en-US" altLang="ko-KR" sz="1100" smtClean="0">
                <a:sym typeface="Wingdings" panose="05000000000000000000" pitchFamily="2" charset="2"/>
              </a:rPr>
              <a:t>”</a:t>
            </a:r>
          </a:p>
          <a:p>
            <a:pPr marL="0" indent="0">
              <a:buNone/>
            </a:pPr>
            <a:r>
              <a:rPr lang="en-US" altLang="ko-KR" sz="1100">
                <a:sym typeface="Wingdings" panose="05000000000000000000" pitchFamily="2" charset="2"/>
              </a:rPr>
              <a:t>	</a:t>
            </a:r>
            <a:r>
              <a:rPr lang="en-US" altLang="ko-KR" sz="1100" smtClean="0">
                <a:sym typeface="Wingdings" panose="05000000000000000000" pitchFamily="2" charset="2"/>
              </a:rPr>
              <a:t>}</a:t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en-US" altLang="ko-KR" sz="1100" smtClean="0">
                <a:sym typeface="Wingdings" panose="05000000000000000000" pitchFamily="2" charset="2"/>
              </a:rPr>
              <a:t/>
            </a:r>
            <a:br>
              <a:rPr lang="en-US" altLang="ko-KR" sz="1100" smtClean="0">
                <a:sym typeface="Wingdings" panose="05000000000000000000" pitchFamily="2" charset="2"/>
              </a:rPr>
            </a:br>
            <a:endParaRPr lang="en-US" altLang="ko-KR" sz="1100" smtClean="0"/>
          </a:p>
        </p:txBody>
      </p:sp>
      <p:sp>
        <p:nvSpPr>
          <p:cNvPr id="4" name="TextBox 3"/>
          <p:cNvSpPr txBox="1"/>
          <p:nvPr/>
        </p:nvSpPr>
        <p:spPr>
          <a:xfrm>
            <a:off x="4377267" y="3318933"/>
            <a:ext cx="642620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Hash </a:t>
            </a:r>
            <a:r>
              <a:rPr lang="ko-KR" altLang="en-US" sz="1100" b="1">
                <a:solidFill>
                  <a:srgbClr val="FF0000"/>
                </a:solidFill>
              </a:rPr>
              <a:t>내 </a:t>
            </a:r>
            <a:r>
              <a:rPr lang="en-US" altLang="ko-KR" sz="1100" b="1">
                <a:solidFill>
                  <a:srgbClr val="FF0000"/>
                </a:solidFill>
              </a:rPr>
              <a:t>Hash</a:t>
            </a:r>
            <a:r>
              <a:rPr lang="ko-KR" altLang="en-US" sz="1100" b="1">
                <a:solidFill>
                  <a:srgbClr val="FF0000"/>
                </a:solidFill>
              </a:rPr>
              <a:t>를 다루는 </a:t>
            </a:r>
            <a:r>
              <a:rPr lang="ko-KR" altLang="en-US" sz="1100" b="1">
                <a:solidFill>
                  <a:srgbClr val="FF0000"/>
                </a:solidFill>
              </a:rPr>
              <a:t>방법 </a:t>
            </a:r>
            <a:r>
              <a:rPr lang="en-US" altLang="ko-KR" sz="1100" b="1" smtClean="0">
                <a:solidFill>
                  <a:srgbClr val="FF0000"/>
                </a:solidFill>
              </a:rPr>
              <a:t>2.(</a:t>
            </a:r>
            <a:r>
              <a:rPr lang="ko-KR" altLang="en-US" sz="1100" b="1" smtClean="0">
                <a:solidFill>
                  <a:srgbClr val="FF0000"/>
                </a:solidFill>
              </a:rPr>
              <a:t>가장 많이 사용</a:t>
            </a:r>
            <a:r>
              <a:rPr lang="en-US" altLang="ko-KR" sz="1100" b="1" smtClean="0">
                <a:solidFill>
                  <a:srgbClr val="FF0000"/>
                </a:solidFill>
              </a:rPr>
              <a:t>)</a:t>
            </a:r>
            <a:r>
              <a:rPr lang="en-US" altLang="ko-KR" sz="1100" smtClean="0"/>
              <a:t/>
            </a:r>
            <a:br>
              <a:rPr lang="en-US" altLang="ko-KR" sz="1100" smtClean="0"/>
            </a:br>
            <a:endParaRPr lang="en-US" altLang="ko-KR" sz="1100" smtClean="0"/>
          </a:p>
          <a:p>
            <a:r>
              <a:rPr lang="en-US" altLang="ko-KR" sz="1100" smtClean="0"/>
              <a:t>hset user user1  “{ ‘name’: ‘aaa’, ‘age’ : 30, ‘addressInfo’ : { ...}}}”</a:t>
            </a:r>
            <a:br>
              <a:rPr lang="en-US" altLang="ko-KR" sz="1100" smtClean="0"/>
            </a:br>
            <a:r>
              <a:rPr lang="en-US" altLang="ko-KR" sz="1100" smtClean="0">
                <a:sym typeface="Wingdings" panose="05000000000000000000" pitchFamily="2" charset="2"/>
              </a:rPr>
              <a:t> hset {key} {hashkey} {Json</a:t>
            </a:r>
            <a:r>
              <a:rPr lang="ko-KR" altLang="en-US" sz="1100" smtClean="0">
                <a:sym typeface="Wingdings" panose="05000000000000000000" pitchFamily="2" charset="2"/>
              </a:rPr>
              <a:t>문자열</a:t>
            </a:r>
            <a:r>
              <a:rPr lang="en-US" altLang="ko-KR" sz="1100" smtClean="0">
                <a:sym typeface="Wingdings" panose="05000000000000000000" pitchFamily="2" charset="2"/>
              </a:rPr>
              <a:t>}</a:t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en-US" altLang="ko-KR" sz="1100" smtClean="0">
                <a:sym typeface="Wingdings" panose="05000000000000000000" pitchFamily="2" charset="2"/>
              </a:rPr>
              <a:t/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ko-KR" altLang="en-US" sz="1100" smtClean="0">
                <a:sym typeface="Wingdings" panose="05000000000000000000" pitchFamily="2" charset="2"/>
              </a:rPr>
              <a:t>더 잘 사용하는 이유</a:t>
            </a:r>
            <a:r>
              <a:rPr lang="en-US" altLang="ko-KR" sz="1100" smtClean="0">
                <a:sym typeface="Wingdings" panose="05000000000000000000" pitchFamily="2" charset="2"/>
              </a:rPr>
              <a:t>: Program </a:t>
            </a:r>
            <a:r>
              <a:rPr lang="ko-KR" altLang="en-US" sz="1100" smtClean="0">
                <a:sym typeface="Wingdings" panose="05000000000000000000" pitchFamily="2" charset="2"/>
              </a:rPr>
              <a:t>에서 키에 대한 </a:t>
            </a:r>
            <a:r>
              <a:rPr lang="en-US" altLang="ko-KR" sz="1100" smtClean="0">
                <a:sym typeface="Wingdings" panose="05000000000000000000" pitchFamily="2" charset="2"/>
              </a:rPr>
              <a:t>JSON</a:t>
            </a:r>
            <a:r>
              <a:rPr lang="ko-KR" altLang="en-US" sz="1100" smtClean="0">
                <a:sym typeface="Wingdings" panose="05000000000000000000" pitchFamily="2" charset="2"/>
              </a:rPr>
              <a:t>문자열을 받고 파싱 및 수정</a:t>
            </a:r>
            <a:r>
              <a:rPr lang="en-US" altLang="ko-KR" sz="1100" smtClean="0">
                <a:sym typeface="Wingdings" panose="05000000000000000000" pitchFamily="2" charset="2"/>
              </a:rPr>
              <a:t/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en-US" altLang="ko-KR" sz="1100" smtClean="0">
                <a:sym typeface="Wingdings" panose="05000000000000000000" pitchFamily="2" charset="2"/>
              </a:rPr>
              <a:t>                               </a:t>
            </a:r>
            <a:r>
              <a:rPr lang="ko-KR" altLang="en-US" sz="1100" smtClean="0">
                <a:sym typeface="Wingdings" panose="05000000000000000000" pitchFamily="2" charset="2"/>
              </a:rPr>
              <a:t>재 조합한 객체를 다시 문자열로 </a:t>
            </a:r>
            <a:r>
              <a:rPr lang="en-US" altLang="ko-KR" sz="1100" smtClean="0">
                <a:sym typeface="Wingdings" panose="05000000000000000000" pitchFamily="2" charset="2"/>
              </a:rPr>
              <a:t>serialize</a:t>
            </a:r>
            <a:r>
              <a:rPr lang="ko-KR" altLang="en-US" sz="1100" smtClean="0">
                <a:sym typeface="Wingdings" panose="05000000000000000000" pitchFamily="2" charset="2"/>
              </a:rPr>
              <a:t>해주는 라이브러리 사용</a:t>
            </a:r>
            <a:r>
              <a:rPr lang="en-US" altLang="ko-KR" sz="1100" smtClean="0">
                <a:sym typeface="Wingdings" panose="05000000000000000000" pitchFamily="2" charset="2"/>
              </a:rPr>
              <a:t>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914855321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패싯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패싯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패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</TotalTime>
  <Words>62</Words>
  <Application>Microsoft Office PowerPoint</Application>
  <PresentationFormat>와이드스크린</PresentationFormat>
  <Paragraphs>19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HY그래픽M</vt:lpstr>
      <vt:lpstr>맑은 고딕</vt:lpstr>
      <vt:lpstr>Arial</vt:lpstr>
      <vt:lpstr>Trebuchet MS</vt:lpstr>
      <vt:lpstr>Wingdings</vt:lpstr>
      <vt:lpstr>Wingdings 3</vt:lpstr>
      <vt:lpstr>패싯</vt:lpstr>
      <vt:lpstr>hash자료구조</vt:lpstr>
      <vt:lpstr>hash 명령어 정리</vt:lpstr>
      <vt:lpstr>hash 활용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hash자료구조</dc:title>
  <dc:creator>Microsoft 계정</dc:creator>
  <cp:lastModifiedBy>Microsoft 계정</cp:lastModifiedBy>
  <cp:revision>7</cp:revision>
  <dcterms:created xsi:type="dcterms:W3CDTF">2026-01-30T01:17:06Z</dcterms:created>
  <dcterms:modified xsi:type="dcterms:W3CDTF">2026-01-30T01:45:53Z</dcterms:modified>
</cp:coreProperties>
</file>