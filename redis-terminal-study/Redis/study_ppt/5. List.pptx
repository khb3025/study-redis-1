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List</a:t>
            </a:r>
            <a:r>
              <a:rPr lang="ko-KR" altLang="en-US" dirty="0" err="1" smtClean="0"/>
              <a:t>자료구조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82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List </a:t>
            </a:r>
            <a:r>
              <a:rPr lang="ko-KR" altLang="en-US" dirty="0" smtClean="0"/>
              <a:t>자료 구조 개요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46" y="1452350"/>
            <a:ext cx="4277322" cy="3038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916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List </a:t>
            </a:r>
            <a:r>
              <a:rPr lang="ko-KR" altLang="en-US" dirty="0" err="1" smtClean="0"/>
              <a:t>자료구조</a:t>
            </a:r>
            <a:r>
              <a:rPr lang="ko-KR" altLang="en-US" dirty="0" smtClean="0"/>
              <a:t> 조작 명령어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84" y="1385004"/>
            <a:ext cx="5125165" cy="5087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533" y="1385004"/>
            <a:ext cx="3539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pop </a:t>
            </a:r>
            <a:r>
              <a:rPr lang="ko-KR" altLang="en-US" sz="1200" dirty="0" smtClean="0"/>
              <a:t>명령어는 </a:t>
            </a:r>
            <a:r>
              <a:rPr lang="ko-KR" altLang="en-US" sz="1200" dirty="0" err="1" smtClean="0"/>
              <a:t>대기열</a:t>
            </a:r>
            <a:r>
              <a:rPr lang="ko-KR" altLang="en-US" sz="1200" dirty="0" smtClean="0"/>
              <a:t> 시스템에서 주로 사용되는 명령어다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7083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Redis</a:t>
            </a:r>
            <a:r>
              <a:rPr lang="en-US" altLang="ko-KR" sz="2400" dirty="0" smtClean="0"/>
              <a:t> List </a:t>
            </a:r>
            <a:r>
              <a:rPr lang="ko-KR" altLang="en-US" sz="2400" dirty="0" smtClean="0"/>
              <a:t>활용 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최근 방문한 페이지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최근 조회한 </a:t>
            </a:r>
            <a:r>
              <a:rPr lang="ko-KR" altLang="en-US" sz="2400" dirty="0" err="1" smtClean="0"/>
              <a:t>상품목록</a:t>
            </a:r>
            <a:endParaRPr lang="ko-KR" altLang="en-US" sz="2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41" y="1270000"/>
            <a:ext cx="6313848" cy="17780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47041" y="3488267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547041" y="4258734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1385241" y="4258734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1385242" y="3754967"/>
            <a:ext cx="926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>
            <a:off x="2311400" y="4504268"/>
            <a:ext cx="926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7041" y="4919133"/>
            <a:ext cx="413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…..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496241" y="5528734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1334441" y="5528734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4682067" y="5795434"/>
            <a:ext cx="926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186282" y="5528734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 smtClean="0"/>
              <a:t>3</a:t>
            </a:r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3023339" y="5528734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 smtClean="0"/>
              <a:t>4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3860396" y="5528734"/>
            <a:ext cx="68062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최근 방문 </a:t>
            </a:r>
            <a:r>
              <a:rPr lang="en-US" altLang="ko-KR" sz="1000" dirty="0" smtClean="0"/>
              <a:t>5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3601223" y="3406142"/>
            <a:ext cx="489084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 err="1" smtClean="0"/>
              <a:t>rpush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를 통해 최근 방문 </a:t>
            </a:r>
            <a:r>
              <a:rPr lang="en-US" altLang="ko-KR" sz="1100" dirty="0" err="1" smtClean="0"/>
              <a:t>url</a:t>
            </a:r>
            <a:r>
              <a:rPr lang="ko-KR" altLang="en-US" sz="1100" dirty="0" smtClean="0"/>
              <a:t>을 </a:t>
            </a:r>
            <a:r>
              <a:rPr lang="ko-KR" altLang="en-US" sz="1100" dirty="0" err="1" smtClean="0"/>
              <a:t>쌓아나간다</a:t>
            </a:r>
            <a:r>
              <a:rPr lang="en-US" altLang="ko-KR" sz="1100" dirty="0" smtClean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100" dirty="0" err="1" smtClean="0"/>
              <a:t>lrange</a:t>
            </a:r>
            <a:r>
              <a:rPr lang="en-US" altLang="ko-KR" sz="1100" dirty="0" smtClean="0"/>
              <a:t> -3 -1 </a:t>
            </a:r>
            <a:r>
              <a:rPr lang="ko-KR" altLang="en-US" sz="1100" dirty="0" smtClean="0"/>
              <a:t>을 통해 최근 방문한 </a:t>
            </a:r>
            <a:r>
              <a:rPr lang="en-US" altLang="ko-KR" sz="1100" dirty="0" err="1" smtClean="0"/>
              <a:t>url</a:t>
            </a:r>
            <a:r>
              <a:rPr lang="en-US" altLang="ko-KR" sz="1100" dirty="0" smtClean="0"/>
              <a:t> 3</a:t>
            </a:r>
            <a:r>
              <a:rPr lang="ko-KR" altLang="en-US" sz="1100" dirty="0" smtClean="0"/>
              <a:t>개를 </a:t>
            </a:r>
            <a:r>
              <a:rPr lang="ko-KR" altLang="en-US" sz="1100" dirty="0" err="1" smtClean="0"/>
              <a:t>가져올수</a:t>
            </a:r>
            <a:r>
              <a:rPr lang="ko-KR" altLang="en-US" sz="1100" dirty="0" smtClean="0"/>
              <a:t> 있다</a:t>
            </a:r>
            <a:r>
              <a:rPr lang="en-US" altLang="ko-KR" sz="1100" dirty="0" smtClean="0"/>
              <a:t>.</a:t>
            </a:r>
          </a:p>
          <a:p>
            <a:r>
              <a:rPr lang="en-US" altLang="ko-KR" sz="1100" dirty="0"/>
              <a:t/>
            </a:r>
            <a:br>
              <a:rPr lang="en-US" altLang="ko-KR" sz="1100" dirty="0"/>
            </a:br>
            <a:r>
              <a:rPr lang="en-US" altLang="ko-KR" sz="1100" dirty="0" smtClean="0"/>
              <a:t>※ </a:t>
            </a:r>
            <a:r>
              <a:rPr lang="ko-KR" altLang="en-US" sz="1100" dirty="0" smtClean="0"/>
              <a:t>실무에서는 </a:t>
            </a:r>
            <a:r>
              <a:rPr lang="en-US" altLang="ko-KR" sz="1100" dirty="0" err="1" smtClean="0"/>
              <a:t>zset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을 더 많이 사용한다</a:t>
            </a:r>
            <a:r>
              <a:rPr lang="en-US" altLang="ko-KR" sz="1100" dirty="0" smtClean="0"/>
              <a:t>. </a:t>
            </a:r>
            <a:br>
              <a:rPr lang="en-US" altLang="ko-KR" sz="1100" dirty="0" smtClean="0"/>
            </a:br>
            <a:r>
              <a:rPr lang="en-US" altLang="ko-KR" sz="1100" dirty="0" smtClean="0"/>
              <a:t>    </a:t>
            </a:r>
            <a:r>
              <a:rPr lang="ko-KR" altLang="en-US" sz="1100" dirty="0" smtClean="0"/>
              <a:t>이유</a:t>
            </a:r>
            <a:r>
              <a:rPr lang="en-US" altLang="ko-KR" sz="1100" dirty="0" smtClean="0"/>
              <a:t>: </a:t>
            </a:r>
            <a:r>
              <a:rPr lang="ko-KR" altLang="en-US" sz="1100" dirty="0" smtClean="0"/>
              <a:t>순서를 보장하며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중복을 방지한다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793593326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78</Words>
  <Application>Microsoft Office PowerPoint</Application>
  <PresentationFormat>와이드스크린</PresentationFormat>
  <Paragraphs>17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HY그래픽M</vt:lpstr>
      <vt:lpstr>맑은 고딕</vt:lpstr>
      <vt:lpstr>Arial</vt:lpstr>
      <vt:lpstr>Trebuchet MS</vt:lpstr>
      <vt:lpstr>Wingdings 3</vt:lpstr>
      <vt:lpstr>패싯</vt:lpstr>
      <vt:lpstr>List자료구조</vt:lpstr>
      <vt:lpstr>List 자료 구조 개요</vt:lpstr>
      <vt:lpstr>List 자료구조 조작 명령어</vt:lpstr>
      <vt:lpstr>Redis List 활용 : 최근 방문한 페이지, 최근 조회한 상품목록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List자료구조</dc:title>
  <dc:creator>Microsoft 계정</dc:creator>
  <cp:lastModifiedBy>Microsoft 계정</cp:lastModifiedBy>
  <cp:revision>5</cp:revision>
  <dcterms:created xsi:type="dcterms:W3CDTF">2026-01-29T06:04:51Z</dcterms:created>
  <dcterms:modified xsi:type="dcterms:W3CDTF">2026-01-29T06:51:46Z</dcterms:modified>
</cp:coreProperties>
</file>